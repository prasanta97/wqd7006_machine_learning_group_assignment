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6"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CCF55F-3140-4E8E-A311-1C38033AD25F}" v="5" vWet="9" dt="2022-04-04T10:08:11.477"/>
    <p1510:client id="{8F208356-7ED7-4EC3-A4C9-AF43FD6CEE96}" v="1" dt="2022-04-04T11:21:22.1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SANTA A/L SATHASIVAM" userId="075d72cc-d269-4bf0-b763-c0749b9add70" providerId="ADAL" clId="{8F208356-7ED7-4EC3-A4C9-AF43FD6CEE96}"/>
    <pc:docChg chg="modSld">
      <pc:chgData name="PRASANTA A/L SATHASIVAM" userId="075d72cc-d269-4bf0-b763-c0749b9add70" providerId="ADAL" clId="{8F208356-7ED7-4EC3-A4C9-AF43FD6CEE96}" dt="2022-04-04T11:21:22.137" v="0" actId="20577"/>
      <pc:docMkLst>
        <pc:docMk/>
      </pc:docMkLst>
      <pc:sldChg chg="modSp">
        <pc:chgData name="PRASANTA A/L SATHASIVAM" userId="075d72cc-d269-4bf0-b763-c0749b9add70" providerId="ADAL" clId="{8F208356-7ED7-4EC3-A4C9-AF43FD6CEE96}" dt="2022-04-04T11:21:22.137" v="0" actId="20577"/>
        <pc:sldMkLst>
          <pc:docMk/>
          <pc:sldMk cId="1544567489" sldId="256"/>
        </pc:sldMkLst>
        <pc:graphicFrameChg chg="mod">
          <ac:chgData name="PRASANTA A/L SATHASIVAM" userId="075d72cc-d269-4bf0-b763-c0749b9add70" providerId="ADAL" clId="{8F208356-7ED7-4EC3-A4C9-AF43FD6CEE96}" dt="2022-04-04T11:21:22.137" v="0" actId="20577"/>
          <ac:graphicFrameMkLst>
            <pc:docMk/>
            <pc:sldMk cId="1544567489" sldId="256"/>
            <ac:graphicFrameMk id="5" creationId="{3F49F5A4-96B1-446B-2E4C-2129E159264E}"/>
          </ac:graphicFrameMkLst>
        </pc:graphicFrameChg>
      </pc:sldChg>
    </pc:docChg>
  </pc:docChgLst>
  <pc:docChgLst>
    <pc:chgData name="Yi Lun Khor" userId="273eb791-781a-4548-b006-716511d5b746" providerId="ADAL" clId="{7ACCF55F-3140-4E8E-A311-1C38033AD25F}"/>
    <pc:docChg chg="modSld">
      <pc:chgData name="Yi Lun Khor" userId="273eb791-781a-4548-b006-716511d5b746" providerId="ADAL" clId="{7ACCF55F-3140-4E8E-A311-1C38033AD25F}" dt="2022-04-03T12:00:34.389" v="4" actId="20577"/>
      <pc:docMkLst>
        <pc:docMk/>
      </pc:docMkLst>
      <pc:sldChg chg="modSp">
        <pc:chgData name="Yi Lun Khor" userId="273eb791-781a-4548-b006-716511d5b746" providerId="ADAL" clId="{7ACCF55F-3140-4E8E-A311-1C38033AD25F}" dt="2022-04-03T12:00:34.389" v="4" actId="20577"/>
        <pc:sldMkLst>
          <pc:docMk/>
          <pc:sldMk cId="1544567489" sldId="256"/>
        </pc:sldMkLst>
        <pc:graphicFrameChg chg="mod">
          <ac:chgData name="Yi Lun Khor" userId="273eb791-781a-4548-b006-716511d5b746" providerId="ADAL" clId="{7ACCF55F-3140-4E8E-A311-1C38033AD25F}" dt="2022-04-03T12:00:34.389" v="4" actId="20577"/>
          <ac:graphicFrameMkLst>
            <pc:docMk/>
            <pc:sldMk cId="1544567489" sldId="256"/>
            <ac:graphicFrameMk id="5" creationId="{3F49F5A4-96B1-446B-2E4C-2129E159264E}"/>
          </ac:graphicFrameMkLst>
        </pc:graphicFrameChg>
      </pc:sldChg>
    </pc:docChg>
  </pc:docChgLst>
  <pc:docChgLst>
    <pc:chgData name="s2017777@siswa365.um.edu.my" userId="e2650417-09c7-40cc-b34d-f2849c865966" providerId="ADAL" clId="{3167732B-6C26-4CE3-8DE0-40B702F99E59}"/>
    <pc:docChg chg="modSld">
      <pc:chgData name="s2017777@siswa365.um.edu.my" userId="e2650417-09c7-40cc-b34d-f2849c865966" providerId="ADAL" clId="{3167732B-6C26-4CE3-8DE0-40B702F99E59}" dt="2022-04-02T15:48:59.886" v="0" actId="27349"/>
      <pc:docMkLst>
        <pc:docMk/>
      </pc:docMkLst>
      <pc:sldChg chg="modSp mod">
        <pc:chgData name="s2017777@siswa365.um.edu.my" userId="e2650417-09c7-40cc-b34d-f2849c865966" providerId="ADAL" clId="{3167732B-6C26-4CE3-8DE0-40B702F99E59}" dt="2022-04-02T15:48:59.886" v="0" actId="27349"/>
        <pc:sldMkLst>
          <pc:docMk/>
          <pc:sldMk cId="1544567489" sldId="256"/>
        </pc:sldMkLst>
        <pc:picChg chg="mod">
          <ac:chgData name="s2017777@siswa365.um.edu.my" userId="e2650417-09c7-40cc-b34d-f2849c865966" providerId="ADAL" clId="{3167732B-6C26-4CE3-8DE0-40B702F99E59}" dt="2022-04-02T15:48:59.886" v="0" actId="27349"/>
          <ac:picMkLst>
            <pc:docMk/>
            <pc:sldMk cId="1544567489" sldId="256"/>
            <ac:picMk id="7" creationId="{0F465E8F-FDC9-4760-9E01-62C0988BCAB1}"/>
          </ac:picMkLst>
        </pc:picChg>
      </pc:sldChg>
    </pc:docChg>
  </pc:docChgLst>
  <pc:docChgLst>
    <pc:chgData name="Jia Boon Tan" userId="S::s2017777@siswa365.um.edu.my::e2650417-09c7-40cc-b34d-f2849c865966" providerId="AD" clId="Web-{5AF18545-C9EF-4434-9825-9DC7CF786304}"/>
    <pc:docChg chg="modSld">
      <pc:chgData name="Jia Boon Tan" userId="S::s2017777@siswa365.um.edu.my::e2650417-09c7-40cc-b34d-f2849c865966" providerId="AD" clId="Web-{5AF18545-C9EF-4434-9825-9DC7CF786304}" dt="2022-04-04T10:26:59.405" v="6" actId="14100"/>
      <pc:docMkLst>
        <pc:docMk/>
      </pc:docMkLst>
      <pc:sldChg chg="modSp">
        <pc:chgData name="Jia Boon Tan" userId="S::s2017777@siswa365.um.edu.my::e2650417-09c7-40cc-b34d-f2849c865966" providerId="AD" clId="Web-{5AF18545-C9EF-4434-9825-9DC7CF786304}" dt="2022-04-04T10:26:59.405" v="6" actId="14100"/>
        <pc:sldMkLst>
          <pc:docMk/>
          <pc:sldMk cId="1544567489" sldId="256"/>
        </pc:sldMkLst>
        <pc:graphicFrameChg chg="mod">
          <ac:chgData name="Jia Boon Tan" userId="S::s2017777@siswa365.um.edu.my::e2650417-09c7-40cc-b34d-f2849c865966" providerId="AD" clId="Web-{5AF18545-C9EF-4434-9825-9DC7CF786304}" dt="2022-04-04T10:26:59.405" v="6" actId="14100"/>
          <ac:graphicFrameMkLst>
            <pc:docMk/>
            <pc:sldMk cId="1544567489" sldId="256"/>
            <ac:graphicFrameMk id="5" creationId="{3F49F5A4-96B1-446B-2E4C-2129E159264E}"/>
          </ac:graphicFrameMkLst>
        </pc:graphicFrameChg>
      </pc:sldChg>
    </pc:docChg>
  </pc:docChgLst>
  <pc:docChgLst>
    <pc:chgData name="PRASANTA A/L SATHASIVAM" userId="S::17157826@siswa365.um.edu.my::075d72cc-d269-4bf0-b763-c0749b9add70" providerId="AD" clId="Web-{8EEF4FA9-0796-49CC-93B0-7A9675106891}"/>
    <pc:docChg chg="modSld">
      <pc:chgData name="PRASANTA A/L SATHASIVAM" userId="S::17157826@siswa365.um.edu.my::075d72cc-d269-4bf0-b763-c0749b9add70" providerId="AD" clId="Web-{8EEF4FA9-0796-49CC-93B0-7A9675106891}" dt="2022-04-04T10:25:12.602" v="47" actId="20577"/>
      <pc:docMkLst>
        <pc:docMk/>
      </pc:docMkLst>
      <pc:sldChg chg="modSp">
        <pc:chgData name="PRASANTA A/L SATHASIVAM" userId="S::17157826@siswa365.um.edu.my::075d72cc-d269-4bf0-b763-c0749b9add70" providerId="AD" clId="Web-{8EEF4FA9-0796-49CC-93B0-7A9675106891}" dt="2022-04-04T10:25:12.602" v="47" actId="20577"/>
        <pc:sldMkLst>
          <pc:docMk/>
          <pc:sldMk cId="1544567489" sldId="256"/>
        </pc:sldMkLst>
        <pc:graphicFrameChg chg="modGraphic">
          <ac:chgData name="PRASANTA A/L SATHASIVAM" userId="S::17157826@siswa365.um.edu.my::075d72cc-d269-4bf0-b763-c0749b9add70" providerId="AD" clId="Web-{8EEF4FA9-0796-49CC-93B0-7A9675106891}" dt="2022-04-04T10:25:12.602" v="47" actId="20577"/>
          <ac:graphicFrameMkLst>
            <pc:docMk/>
            <pc:sldMk cId="1544567489" sldId="256"/>
            <ac:graphicFrameMk id="5" creationId="{3F49F5A4-96B1-446B-2E4C-2129E159264E}"/>
          </ac:graphicFrameMkLst>
        </pc:graphicFrameChg>
      </pc:sldChg>
    </pc:docChg>
  </pc:docChgLst>
  <pc:docChgLst>
    <pc:chgData name="PRASANTA A/L SATHASIVAM" userId="S::17157826@siswa365.um.edu.my::075d72cc-d269-4bf0-b763-c0749b9add70" providerId="AD" clId="Web-{080616E0-5702-4E71-B320-7F74C4E7CC13}"/>
    <pc:docChg chg="modSld">
      <pc:chgData name="PRASANTA A/L SATHASIVAM" userId="S::17157826@siswa365.um.edu.my::075d72cc-d269-4bf0-b763-c0749b9add70" providerId="AD" clId="Web-{080616E0-5702-4E71-B320-7F74C4E7CC13}" dt="2022-04-04T09:51:25.966" v="2" actId="20577"/>
      <pc:docMkLst>
        <pc:docMk/>
      </pc:docMkLst>
      <pc:sldChg chg="modSp">
        <pc:chgData name="PRASANTA A/L SATHASIVAM" userId="S::17157826@siswa365.um.edu.my::075d72cc-d269-4bf0-b763-c0749b9add70" providerId="AD" clId="Web-{080616E0-5702-4E71-B320-7F74C4E7CC13}" dt="2022-04-04T09:51:25.966" v="2" actId="20577"/>
        <pc:sldMkLst>
          <pc:docMk/>
          <pc:sldMk cId="1544567489" sldId="256"/>
        </pc:sldMkLst>
        <pc:graphicFrameChg chg="modGraphic">
          <ac:chgData name="PRASANTA A/L SATHASIVAM" userId="S::17157826@siswa365.um.edu.my::075d72cc-d269-4bf0-b763-c0749b9add70" providerId="AD" clId="Web-{080616E0-5702-4E71-B320-7F74C4E7CC13}" dt="2022-04-04T09:51:25.966" v="2" actId="20577"/>
          <ac:graphicFrameMkLst>
            <pc:docMk/>
            <pc:sldMk cId="1544567489" sldId="256"/>
            <ac:graphicFrameMk id="5" creationId="{3F49F5A4-96B1-446B-2E4C-2129E159264E}"/>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BB50C5-837B-41D7-B36D-80C8386273AB}"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US"/>
        </a:p>
      </dgm:t>
    </dgm:pt>
    <dgm:pt modelId="{F45CE944-93B7-4A5F-80B5-D127C97EBB2A}">
      <dgm:prSet/>
      <dgm:spPr/>
      <dgm:t>
        <a:bodyPr/>
        <a:lstStyle/>
        <a:p>
          <a:r>
            <a:rPr lang="en-MY"/>
            <a:t>Problem Statement</a:t>
          </a:r>
          <a:endParaRPr lang="en-US"/>
        </a:p>
      </dgm:t>
    </dgm:pt>
    <dgm:pt modelId="{79F2088D-01C3-4761-99EF-19EA76F072F3}" type="parTrans" cxnId="{D46F45A4-7E61-413C-ABF1-60DF0001B438}">
      <dgm:prSet/>
      <dgm:spPr/>
      <dgm:t>
        <a:bodyPr/>
        <a:lstStyle/>
        <a:p>
          <a:endParaRPr lang="en-US"/>
        </a:p>
      </dgm:t>
    </dgm:pt>
    <dgm:pt modelId="{7EF91195-5E4F-49ED-9FF9-EB41249EF49B}" type="sibTrans" cxnId="{D46F45A4-7E61-413C-ABF1-60DF0001B438}">
      <dgm:prSet/>
      <dgm:spPr/>
      <dgm:t>
        <a:bodyPr/>
        <a:lstStyle/>
        <a:p>
          <a:endParaRPr lang="en-US"/>
        </a:p>
      </dgm:t>
    </dgm:pt>
    <dgm:pt modelId="{D77E2712-AA9D-4C54-84E9-5E16C52A90BB}">
      <dgm:prSet/>
      <dgm:spPr/>
      <dgm:t>
        <a:bodyPr/>
        <a:lstStyle/>
        <a:p>
          <a:pPr algn="just"/>
          <a:r>
            <a:rPr lang="en-MY"/>
            <a:t>There is a need for a used car price prediction system to effectively determine the worthiness of the car using a variety of features. Even though there are websites that offers this service, their prediction method may not be the best. It is important to know their actual market value while both buying and selling.</a:t>
          </a:r>
          <a:endParaRPr lang="en-US"/>
        </a:p>
      </dgm:t>
    </dgm:pt>
    <dgm:pt modelId="{572C49FD-763F-4C0F-A085-FC8629AA450E}" type="parTrans" cxnId="{E46B9477-B7BB-42F4-AFD0-D41DCFDC915E}">
      <dgm:prSet/>
      <dgm:spPr/>
      <dgm:t>
        <a:bodyPr/>
        <a:lstStyle/>
        <a:p>
          <a:endParaRPr lang="en-US"/>
        </a:p>
      </dgm:t>
    </dgm:pt>
    <dgm:pt modelId="{6281AC8B-04A5-4561-AB9B-16FAF7339711}" type="sibTrans" cxnId="{E46B9477-B7BB-42F4-AFD0-D41DCFDC915E}">
      <dgm:prSet/>
      <dgm:spPr/>
      <dgm:t>
        <a:bodyPr/>
        <a:lstStyle/>
        <a:p>
          <a:endParaRPr lang="en-US"/>
        </a:p>
      </dgm:t>
    </dgm:pt>
    <dgm:pt modelId="{40468082-DF9D-4FCD-9FAE-B38266D940A8}">
      <dgm:prSet/>
      <dgm:spPr/>
      <dgm:t>
        <a:bodyPr/>
        <a:lstStyle/>
        <a:p>
          <a:r>
            <a:rPr lang="en-MY"/>
            <a:t>Objectives</a:t>
          </a:r>
          <a:endParaRPr lang="en-US"/>
        </a:p>
      </dgm:t>
    </dgm:pt>
    <dgm:pt modelId="{C73C200E-23E4-473A-8EB7-E67ABC9A955E}" type="parTrans" cxnId="{14E5847B-5FBA-4F5B-A755-01813B3F3C88}">
      <dgm:prSet/>
      <dgm:spPr/>
      <dgm:t>
        <a:bodyPr/>
        <a:lstStyle/>
        <a:p>
          <a:endParaRPr lang="en-US"/>
        </a:p>
      </dgm:t>
    </dgm:pt>
    <dgm:pt modelId="{241BD8B6-7991-4584-AF46-555B06998B8C}" type="sibTrans" cxnId="{14E5847B-5FBA-4F5B-A755-01813B3F3C88}">
      <dgm:prSet/>
      <dgm:spPr/>
      <dgm:t>
        <a:bodyPr/>
        <a:lstStyle/>
        <a:p>
          <a:endParaRPr lang="en-US"/>
        </a:p>
      </dgm:t>
    </dgm:pt>
    <dgm:pt modelId="{6502DA34-4C54-4F61-BA99-529C6CC0C663}">
      <dgm:prSet/>
      <dgm:spPr/>
      <dgm:t>
        <a:bodyPr/>
        <a:lstStyle/>
        <a:p>
          <a:pPr algn="just"/>
          <a:r>
            <a:rPr lang="en-MY"/>
            <a:t>To collect dataset pertaining to pre-owned cars.</a:t>
          </a:r>
          <a:endParaRPr lang="en-US"/>
        </a:p>
      </dgm:t>
    </dgm:pt>
    <dgm:pt modelId="{15CC22FB-AF64-4D3E-B57B-60548A3946EE}" type="parTrans" cxnId="{CF0D6CC4-E126-4EBA-902B-A8DF40733233}">
      <dgm:prSet/>
      <dgm:spPr/>
      <dgm:t>
        <a:bodyPr/>
        <a:lstStyle/>
        <a:p>
          <a:endParaRPr lang="en-US"/>
        </a:p>
      </dgm:t>
    </dgm:pt>
    <dgm:pt modelId="{00C88E80-15F1-4C7D-9979-749105E048E6}" type="sibTrans" cxnId="{CF0D6CC4-E126-4EBA-902B-A8DF40733233}">
      <dgm:prSet/>
      <dgm:spPr/>
      <dgm:t>
        <a:bodyPr/>
        <a:lstStyle/>
        <a:p>
          <a:endParaRPr lang="en-US"/>
        </a:p>
      </dgm:t>
    </dgm:pt>
    <dgm:pt modelId="{1B1FD89B-EB38-464C-AAD5-148C2BBEA645}">
      <dgm:prSet/>
      <dgm:spPr/>
      <dgm:t>
        <a:bodyPr/>
        <a:lstStyle/>
        <a:p>
          <a:pPr algn="just"/>
          <a:r>
            <a:rPr lang="en-MY"/>
            <a:t>To identify the prominent features that can be used to predict the used car price.</a:t>
          </a:r>
          <a:endParaRPr lang="en-US"/>
        </a:p>
      </dgm:t>
    </dgm:pt>
    <dgm:pt modelId="{830FF372-C374-4FA0-B41D-4B5909B1D9F4}" type="parTrans" cxnId="{58E92D71-294D-4CF4-B30D-DDB28BA060EE}">
      <dgm:prSet/>
      <dgm:spPr/>
      <dgm:t>
        <a:bodyPr/>
        <a:lstStyle/>
        <a:p>
          <a:endParaRPr lang="en-US"/>
        </a:p>
      </dgm:t>
    </dgm:pt>
    <dgm:pt modelId="{AEF27862-B0EA-4875-B2F4-209108E9945F}" type="sibTrans" cxnId="{58E92D71-294D-4CF4-B30D-DDB28BA060EE}">
      <dgm:prSet/>
      <dgm:spPr/>
      <dgm:t>
        <a:bodyPr/>
        <a:lstStyle/>
        <a:p>
          <a:endParaRPr lang="en-US"/>
        </a:p>
      </dgm:t>
    </dgm:pt>
    <dgm:pt modelId="{F9C4D7A3-D208-450E-960B-1E393E49D172}">
      <dgm:prSet/>
      <dgm:spPr/>
      <dgm:t>
        <a:bodyPr/>
        <a:lstStyle/>
        <a:p>
          <a:pPr algn="just"/>
          <a:r>
            <a:rPr lang="en-MY"/>
            <a:t>To develop machine learning models using different algorithms to predict the used car price.</a:t>
          </a:r>
          <a:endParaRPr lang="en-US"/>
        </a:p>
      </dgm:t>
    </dgm:pt>
    <dgm:pt modelId="{39E77A4A-8FFB-45B0-8E25-24C4840DCDC7}" type="parTrans" cxnId="{D0391D9A-F52C-4A39-8913-9D71E6A450A9}">
      <dgm:prSet/>
      <dgm:spPr/>
      <dgm:t>
        <a:bodyPr/>
        <a:lstStyle/>
        <a:p>
          <a:endParaRPr lang="en-US"/>
        </a:p>
      </dgm:t>
    </dgm:pt>
    <dgm:pt modelId="{EB16C98A-69DD-44CA-8B20-AC9042EE3957}" type="sibTrans" cxnId="{D0391D9A-F52C-4A39-8913-9D71E6A450A9}">
      <dgm:prSet/>
      <dgm:spPr/>
      <dgm:t>
        <a:bodyPr/>
        <a:lstStyle/>
        <a:p>
          <a:endParaRPr lang="en-US"/>
        </a:p>
      </dgm:t>
    </dgm:pt>
    <dgm:pt modelId="{2992EA2F-7415-4306-A1C4-AD0E0E948D85}">
      <dgm:prSet/>
      <dgm:spPr/>
      <dgm:t>
        <a:bodyPr/>
        <a:lstStyle/>
        <a:p>
          <a:pPr algn="just"/>
          <a:r>
            <a:rPr lang="en-MY"/>
            <a:t>To evaluate and determine the best machine learning model to predict the used car price.</a:t>
          </a:r>
          <a:endParaRPr lang="en-US"/>
        </a:p>
      </dgm:t>
    </dgm:pt>
    <dgm:pt modelId="{DD454821-383C-4358-8851-00D23F9B5EA7}" type="parTrans" cxnId="{F5115ED2-83DB-4A02-B009-F74ED964074F}">
      <dgm:prSet/>
      <dgm:spPr/>
      <dgm:t>
        <a:bodyPr/>
        <a:lstStyle/>
        <a:p>
          <a:endParaRPr lang="en-US"/>
        </a:p>
      </dgm:t>
    </dgm:pt>
    <dgm:pt modelId="{1E8A5728-AC74-4A05-B77E-E6661ED74DBC}" type="sibTrans" cxnId="{F5115ED2-83DB-4A02-B009-F74ED964074F}">
      <dgm:prSet/>
      <dgm:spPr/>
      <dgm:t>
        <a:bodyPr/>
        <a:lstStyle/>
        <a:p>
          <a:endParaRPr lang="en-US"/>
        </a:p>
      </dgm:t>
    </dgm:pt>
    <dgm:pt modelId="{FB04A3D3-AE6A-4D3A-B42C-05D2E212E504}">
      <dgm:prSet/>
      <dgm:spPr/>
      <dgm:t>
        <a:bodyPr/>
        <a:lstStyle/>
        <a:p>
          <a:r>
            <a:rPr lang="en-MY"/>
            <a:t>Data Source</a:t>
          </a:r>
          <a:endParaRPr lang="en-US"/>
        </a:p>
      </dgm:t>
    </dgm:pt>
    <dgm:pt modelId="{C3320BDE-2FF1-4883-B226-56A38DF4752F}" type="parTrans" cxnId="{8C38C7C2-14AE-49DF-AE72-4002E070531F}">
      <dgm:prSet/>
      <dgm:spPr/>
      <dgm:t>
        <a:bodyPr/>
        <a:lstStyle/>
        <a:p>
          <a:endParaRPr lang="en-US"/>
        </a:p>
      </dgm:t>
    </dgm:pt>
    <dgm:pt modelId="{F4A8EF33-688D-4E3B-BF1A-9ADE2982E8D2}" type="sibTrans" cxnId="{8C38C7C2-14AE-49DF-AE72-4002E070531F}">
      <dgm:prSet/>
      <dgm:spPr/>
      <dgm:t>
        <a:bodyPr/>
        <a:lstStyle/>
        <a:p>
          <a:endParaRPr lang="en-US"/>
        </a:p>
      </dgm:t>
    </dgm:pt>
    <dgm:pt modelId="{F387CACF-CEE5-430A-BE62-4C2B6B73AFEB}">
      <dgm:prSet/>
      <dgm:spPr/>
      <dgm:t>
        <a:bodyPr/>
        <a:lstStyle/>
        <a:p>
          <a:pPr algn="just"/>
          <a:r>
            <a:rPr lang="en-MY"/>
            <a:t>Web scraping from Craigslist and </a:t>
          </a:r>
          <a:r>
            <a:rPr lang="en-MY" err="1"/>
            <a:t>Carwow</a:t>
          </a:r>
          <a:endParaRPr lang="en-US"/>
        </a:p>
      </dgm:t>
    </dgm:pt>
    <dgm:pt modelId="{C68A6974-3520-439F-AD5B-B4FACAD6D061}" type="parTrans" cxnId="{253E66EE-6DEC-4B38-A222-EE68BF3C60B7}">
      <dgm:prSet/>
      <dgm:spPr/>
      <dgm:t>
        <a:bodyPr/>
        <a:lstStyle/>
        <a:p>
          <a:endParaRPr lang="en-US"/>
        </a:p>
      </dgm:t>
    </dgm:pt>
    <dgm:pt modelId="{D0746E15-524D-4EA8-BA01-73CE168F8828}" type="sibTrans" cxnId="{253E66EE-6DEC-4B38-A222-EE68BF3C60B7}">
      <dgm:prSet/>
      <dgm:spPr/>
      <dgm:t>
        <a:bodyPr/>
        <a:lstStyle/>
        <a:p>
          <a:endParaRPr lang="en-US"/>
        </a:p>
      </dgm:t>
    </dgm:pt>
    <dgm:pt modelId="{E09EB5D3-73DD-490D-BBE7-310B3779B6B6}">
      <dgm:prSet phldr="0"/>
      <dgm:spPr/>
      <dgm:t>
        <a:bodyPr/>
        <a:lstStyle/>
        <a:p>
          <a:pPr algn="just" rtl="0"/>
          <a:r>
            <a:rPr lang="en-MY"/>
            <a:t>Predicting car resale value is still a mystery to most people. As cited by Sameerchand Pudaruth (2014), predicting car resale value is not a simple task. It is common known that the value of a used automobile is determined by a variety of factors including its popularity, maintenance costs, vehicle condition, mileage, model and year. The most essential criteria according to Sameerchand Pudaruth (2014) are the car's age, model and mileage.</a:t>
          </a:r>
          <a:endParaRPr lang="en-MY">
            <a:latin typeface="Calibri Light" panose="020F0302020204030204"/>
          </a:endParaRPr>
        </a:p>
      </dgm:t>
    </dgm:pt>
    <dgm:pt modelId="{EEC2FF76-46F7-419D-B876-831D9FD15054}" type="parTrans" cxnId="{3CA5DAE2-207B-4F2A-9F5E-8D2CC7EF93F7}">
      <dgm:prSet/>
      <dgm:spPr/>
    </dgm:pt>
    <dgm:pt modelId="{471820A0-97C9-4D2C-B1FF-76D5FBE9170C}" type="sibTrans" cxnId="{3CA5DAE2-207B-4F2A-9F5E-8D2CC7EF93F7}">
      <dgm:prSet/>
      <dgm:spPr/>
    </dgm:pt>
    <dgm:pt modelId="{A9F079D7-C647-4C4E-9C42-EB0BF7F3A1B5}">
      <dgm:prSet phldr="0"/>
      <dgm:spPr/>
      <dgm:t>
        <a:bodyPr/>
        <a:lstStyle/>
        <a:p>
          <a:pPr algn="just" rtl="0"/>
          <a:r>
            <a:rPr lang="en-MY" b="0">
              <a:latin typeface="Calibri Light" panose="020F0302020204030204"/>
            </a:rPr>
            <a:t>id, price</a:t>
          </a:r>
          <a:r>
            <a:rPr lang="en-MY" b="0"/>
            <a:t>, year, manufacturer, model,</a:t>
          </a:r>
          <a:r>
            <a:rPr lang="en-MY" b="0">
              <a:latin typeface="Calibri Light" panose="020F0302020204030204"/>
            </a:rPr>
            <a:t> cylinders</a:t>
          </a:r>
          <a:r>
            <a:rPr lang="en-MY" b="0"/>
            <a:t>, fuel, milage, transmission, </a:t>
          </a:r>
          <a:r>
            <a:rPr lang="en-MY" b="0" err="1"/>
            <a:t>chassis_number</a:t>
          </a:r>
          <a:r>
            <a:rPr lang="en-MY" b="0"/>
            <a:t>, </a:t>
          </a:r>
          <a:r>
            <a:rPr lang="en-MY" b="0" err="1"/>
            <a:t>engine_number</a:t>
          </a:r>
          <a:r>
            <a:rPr lang="en-MY" b="0"/>
            <a:t>, drive, type, </a:t>
          </a:r>
          <a:r>
            <a:rPr lang="en-MY" b="0" err="1"/>
            <a:t>color</a:t>
          </a:r>
          <a:r>
            <a:rPr lang="en-MY" b="0"/>
            <a:t>, description, region, county, state, </a:t>
          </a:r>
          <a:r>
            <a:rPr lang="en-MY" b="0" err="1"/>
            <a:t>posting_date</a:t>
          </a:r>
          <a:endParaRPr lang="en-MY" b="0"/>
        </a:p>
      </dgm:t>
    </dgm:pt>
    <dgm:pt modelId="{1977B410-83AC-4075-8FD9-054A2D06D275}" type="parTrans" cxnId="{FDDA64B1-DBA0-4E9E-AEFD-A90A57E48384}">
      <dgm:prSet/>
      <dgm:spPr/>
    </dgm:pt>
    <dgm:pt modelId="{1538914F-9910-44B9-A88A-D4D524C68162}" type="sibTrans" cxnId="{FDDA64B1-DBA0-4E9E-AEFD-A90A57E48384}">
      <dgm:prSet/>
      <dgm:spPr/>
    </dgm:pt>
    <dgm:pt modelId="{C2714653-6BC6-42F0-9D29-7AEE8B2B2406}">
      <dgm:prSet phldr="0"/>
      <dgm:spPr/>
      <dgm:t>
        <a:bodyPr/>
        <a:lstStyle/>
        <a:p>
          <a:pPr algn="just" rtl="0"/>
          <a:r>
            <a:rPr lang="en-MY">
              <a:latin typeface="Calibri Light" panose="020F0302020204030204"/>
            </a:rPr>
            <a:t>Features</a:t>
          </a:r>
        </a:p>
      </dgm:t>
    </dgm:pt>
    <dgm:pt modelId="{AA91A1A8-FECC-42A7-AF12-9AD049A43A70}" type="parTrans" cxnId="{62705EA2-3B18-44F1-ABD8-9B26C45015C8}">
      <dgm:prSet/>
      <dgm:spPr/>
    </dgm:pt>
    <dgm:pt modelId="{05B1D7CA-736B-4DCD-A5E1-2A50A4BE0A02}" type="sibTrans" cxnId="{62705EA2-3B18-44F1-ABD8-9B26C45015C8}">
      <dgm:prSet/>
      <dgm:spPr/>
    </dgm:pt>
    <dgm:pt modelId="{D575FE90-29BF-4DA7-8D2B-30313F98CB1A}" type="pres">
      <dgm:prSet presAssocID="{3CBB50C5-837B-41D7-B36D-80C8386273AB}" presName="linear" presStyleCnt="0">
        <dgm:presLayoutVars>
          <dgm:dir/>
          <dgm:animLvl val="lvl"/>
          <dgm:resizeHandles val="exact"/>
        </dgm:presLayoutVars>
      </dgm:prSet>
      <dgm:spPr/>
    </dgm:pt>
    <dgm:pt modelId="{B7CD28EC-6C5D-47C5-84B7-CE97AB93520D}" type="pres">
      <dgm:prSet presAssocID="{F45CE944-93B7-4A5F-80B5-D127C97EBB2A}" presName="parentLin" presStyleCnt="0"/>
      <dgm:spPr/>
    </dgm:pt>
    <dgm:pt modelId="{84E93D43-D00B-48FA-9E35-459268CBFBB3}" type="pres">
      <dgm:prSet presAssocID="{F45CE944-93B7-4A5F-80B5-D127C97EBB2A}" presName="parentLeftMargin" presStyleLbl="node1" presStyleIdx="0" presStyleCnt="4"/>
      <dgm:spPr/>
    </dgm:pt>
    <dgm:pt modelId="{6E6BD890-AF47-41B0-93CE-AD88A5E3378B}" type="pres">
      <dgm:prSet presAssocID="{F45CE944-93B7-4A5F-80B5-D127C97EBB2A}" presName="parentText" presStyleLbl="node1" presStyleIdx="0" presStyleCnt="4">
        <dgm:presLayoutVars>
          <dgm:chMax val="0"/>
          <dgm:bulletEnabled val="1"/>
        </dgm:presLayoutVars>
      </dgm:prSet>
      <dgm:spPr/>
    </dgm:pt>
    <dgm:pt modelId="{C800EE57-DC5C-4A66-89F7-FBDF35BF5607}" type="pres">
      <dgm:prSet presAssocID="{F45CE944-93B7-4A5F-80B5-D127C97EBB2A}" presName="negativeSpace" presStyleCnt="0"/>
      <dgm:spPr/>
    </dgm:pt>
    <dgm:pt modelId="{DF4C9173-6E68-434E-B251-153140B4DA91}" type="pres">
      <dgm:prSet presAssocID="{F45CE944-93B7-4A5F-80B5-D127C97EBB2A}" presName="childText" presStyleLbl="conFgAcc1" presStyleIdx="0" presStyleCnt="4">
        <dgm:presLayoutVars>
          <dgm:bulletEnabled val="1"/>
        </dgm:presLayoutVars>
      </dgm:prSet>
      <dgm:spPr/>
    </dgm:pt>
    <dgm:pt modelId="{0A9F69CA-1F5D-4275-8D14-392A5C4FC176}" type="pres">
      <dgm:prSet presAssocID="{7EF91195-5E4F-49ED-9FF9-EB41249EF49B}" presName="spaceBetweenRectangles" presStyleCnt="0"/>
      <dgm:spPr/>
    </dgm:pt>
    <dgm:pt modelId="{6FE5B5F3-3548-4862-96CF-C8B1F034A931}" type="pres">
      <dgm:prSet presAssocID="{40468082-DF9D-4FCD-9FAE-B38266D940A8}" presName="parentLin" presStyleCnt="0"/>
      <dgm:spPr/>
    </dgm:pt>
    <dgm:pt modelId="{FBF3F555-FECD-4D0A-AD66-396D1EC1E0FC}" type="pres">
      <dgm:prSet presAssocID="{40468082-DF9D-4FCD-9FAE-B38266D940A8}" presName="parentLeftMargin" presStyleLbl="node1" presStyleIdx="0" presStyleCnt="4"/>
      <dgm:spPr/>
    </dgm:pt>
    <dgm:pt modelId="{673C62EC-08B1-4C1F-94DF-18ADA88183DB}" type="pres">
      <dgm:prSet presAssocID="{40468082-DF9D-4FCD-9FAE-B38266D940A8}" presName="parentText" presStyleLbl="node1" presStyleIdx="1" presStyleCnt="4">
        <dgm:presLayoutVars>
          <dgm:chMax val="0"/>
          <dgm:bulletEnabled val="1"/>
        </dgm:presLayoutVars>
      </dgm:prSet>
      <dgm:spPr/>
    </dgm:pt>
    <dgm:pt modelId="{7074EC78-C25D-48FB-8021-9A6D1DE19AA6}" type="pres">
      <dgm:prSet presAssocID="{40468082-DF9D-4FCD-9FAE-B38266D940A8}" presName="negativeSpace" presStyleCnt="0"/>
      <dgm:spPr/>
    </dgm:pt>
    <dgm:pt modelId="{B0C401C9-280B-4052-B4EE-DED924CB4A92}" type="pres">
      <dgm:prSet presAssocID="{40468082-DF9D-4FCD-9FAE-B38266D940A8}" presName="childText" presStyleLbl="conFgAcc1" presStyleIdx="1" presStyleCnt="4">
        <dgm:presLayoutVars>
          <dgm:bulletEnabled val="1"/>
        </dgm:presLayoutVars>
      </dgm:prSet>
      <dgm:spPr/>
    </dgm:pt>
    <dgm:pt modelId="{CF44AC5E-5085-45DF-9F6D-C9108E9A66AD}" type="pres">
      <dgm:prSet presAssocID="{241BD8B6-7991-4584-AF46-555B06998B8C}" presName="spaceBetweenRectangles" presStyleCnt="0"/>
      <dgm:spPr/>
    </dgm:pt>
    <dgm:pt modelId="{3AB88817-3C8F-4FD5-8B5E-C9AA0F20DB24}" type="pres">
      <dgm:prSet presAssocID="{FB04A3D3-AE6A-4D3A-B42C-05D2E212E504}" presName="parentLin" presStyleCnt="0"/>
      <dgm:spPr/>
    </dgm:pt>
    <dgm:pt modelId="{03438817-B3A4-443E-9EEC-5F4E5EE55CE1}" type="pres">
      <dgm:prSet presAssocID="{FB04A3D3-AE6A-4D3A-B42C-05D2E212E504}" presName="parentLeftMargin" presStyleLbl="node1" presStyleIdx="1" presStyleCnt="4"/>
      <dgm:spPr/>
    </dgm:pt>
    <dgm:pt modelId="{6F0858D1-809D-4275-AC94-F43D5767D158}" type="pres">
      <dgm:prSet presAssocID="{FB04A3D3-AE6A-4D3A-B42C-05D2E212E504}" presName="parentText" presStyleLbl="node1" presStyleIdx="2" presStyleCnt="4">
        <dgm:presLayoutVars>
          <dgm:chMax val="0"/>
          <dgm:bulletEnabled val="1"/>
        </dgm:presLayoutVars>
      </dgm:prSet>
      <dgm:spPr/>
    </dgm:pt>
    <dgm:pt modelId="{858C8113-CFDA-4E61-929B-F2129CC77DD3}" type="pres">
      <dgm:prSet presAssocID="{FB04A3D3-AE6A-4D3A-B42C-05D2E212E504}" presName="negativeSpace" presStyleCnt="0"/>
      <dgm:spPr/>
    </dgm:pt>
    <dgm:pt modelId="{F487DEE4-4A52-4572-97F8-2E08E632AEE6}" type="pres">
      <dgm:prSet presAssocID="{FB04A3D3-AE6A-4D3A-B42C-05D2E212E504}" presName="childText" presStyleLbl="conFgAcc1" presStyleIdx="2" presStyleCnt="4">
        <dgm:presLayoutVars>
          <dgm:bulletEnabled val="1"/>
        </dgm:presLayoutVars>
      </dgm:prSet>
      <dgm:spPr/>
    </dgm:pt>
    <dgm:pt modelId="{9282CF38-04FE-4696-8073-318D490F6816}" type="pres">
      <dgm:prSet presAssocID="{F4A8EF33-688D-4E3B-BF1A-9ADE2982E8D2}" presName="spaceBetweenRectangles" presStyleCnt="0"/>
      <dgm:spPr/>
    </dgm:pt>
    <dgm:pt modelId="{C06FB36D-B9BE-4FAE-ADA2-921D5429384A}" type="pres">
      <dgm:prSet presAssocID="{C2714653-6BC6-42F0-9D29-7AEE8B2B2406}" presName="parentLin" presStyleCnt="0"/>
      <dgm:spPr/>
    </dgm:pt>
    <dgm:pt modelId="{E456DD02-527C-4581-A15C-801D8C37A8F6}" type="pres">
      <dgm:prSet presAssocID="{C2714653-6BC6-42F0-9D29-7AEE8B2B2406}" presName="parentLeftMargin" presStyleLbl="node1" presStyleIdx="2" presStyleCnt="4"/>
      <dgm:spPr/>
    </dgm:pt>
    <dgm:pt modelId="{07A4EA43-6E06-4A1E-85CA-347E3251DACE}" type="pres">
      <dgm:prSet presAssocID="{C2714653-6BC6-42F0-9D29-7AEE8B2B2406}" presName="parentText" presStyleLbl="node1" presStyleIdx="3" presStyleCnt="4">
        <dgm:presLayoutVars>
          <dgm:chMax val="0"/>
          <dgm:bulletEnabled val="1"/>
        </dgm:presLayoutVars>
      </dgm:prSet>
      <dgm:spPr/>
    </dgm:pt>
    <dgm:pt modelId="{BB013F86-B724-40C4-BAEC-54E5C102468D}" type="pres">
      <dgm:prSet presAssocID="{C2714653-6BC6-42F0-9D29-7AEE8B2B2406}" presName="negativeSpace" presStyleCnt="0"/>
      <dgm:spPr/>
    </dgm:pt>
    <dgm:pt modelId="{AE575D0B-34A6-414D-8882-8819F1A35749}" type="pres">
      <dgm:prSet presAssocID="{C2714653-6BC6-42F0-9D29-7AEE8B2B2406}" presName="childText" presStyleLbl="conFgAcc1" presStyleIdx="3" presStyleCnt="4">
        <dgm:presLayoutVars>
          <dgm:bulletEnabled val="1"/>
        </dgm:presLayoutVars>
      </dgm:prSet>
      <dgm:spPr/>
    </dgm:pt>
  </dgm:ptLst>
  <dgm:cxnLst>
    <dgm:cxn modelId="{6082BE05-02B8-48D8-A2A9-ED2305729CA7}" type="presOf" srcId="{A9F079D7-C647-4C4E-9C42-EB0BF7F3A1B5}" destId="{AE575D0B-34A6-414D-8882-8819F1A35749}" srcOrd="0" destOrd="0" presId="urn:microsoft.com/office/officeart/2005/8/layout/list1"/>
    <dgm:cxn modelId="{931F6E15-54B2-46D8-95C6-3F71824686C3}" type="presOf" srcId="{2992EA2F-7415-4306-A1C4-AD0E0E948D85}" destId="{B0C401C9-280B-4052-B4EE-DED924CB4A92}" srcOrd="0" destOrd="3" presId="urn:microsoft.com/office/officeart/2005/8/layout/list1"/>
    <dgm:cxn modelId="{7E044216-478A-44CA-9BC8-B41A0A49FEE9}" type="presOf" srcId="{C2714653-6BC6-42F0-9D29-7AEE8B2B2406}" destId="{07A4EA43-6E06-4A1E-85CA-347E3251DACE}" srcOrd="1" destOrd="0" presId="urn:microsoft.com/office/officeart/2005/8/layout/list1"/>
    <dgm:cxn modelId="{F7DB5F1A-FB6C-4EE6-8943-010DDB8D4F6A}" type="presOf" srcId="{40468082-DF9D-4FCD-9FAE-B38266D940A8}" destId="{673C62EC-08B1-4C1F-94DF-18ADA88183DB}" srcOrd="1" destOrd="0" presId="urn:microsoft.com/office/officeart/2005/8/layout/list1"/>
    <dgm:cxn modelId="{ACCCD11A-FA4A-470B-B167-8CC84E1DA26E}" type="presOf" srcId="{F45CE944-93B7-4A5F-80B5-D127C97EBB2A}" destId="{84E93D43-D00B-48FA-9E35-459268CBFBB3}" srcOrd="0" destOrd="0" presId="urn:microsoft.com/office/officeart/2005/8/layout/list1"/>
    <dgm:cxn modelId="{ED190025-7AC3-474D-A4C3-C3A142391F51}" type="presOf" srcId="{6502DA34-4C54-4F61-BA99-529C6CC0C663}" destId="{B0C401C9-280B-4052-B4EE-DED924CB4A92}" srcOrd="0" destOrd="0" presId="urn:microsoft.com/office/officeart/2005/8/layout/list1"/>
    <dgm:cxn modelId="{6517CF27-DC05-4399-ACF0-E62225FA4950}" type="presOf" srcId="{E09EB5D3-73DD-490D-BBE7-310B3779B6B6}" destId="{DF4C9173-6E68-434E-B251-153140B4DA91}" srcOrd="0" destOrd="0" presId="urn:microsoft.com/office/officeart/2005/8/layout/list1"/>
    <dgm:cxn modelId="{0F18376F-CDE3-47AD-8C76-96BA8B37D589}" type="presOf" srcId="{F9C4D7A3-D208-450E-960B-1E393E49D172}" destId="{B0C401C9-280B-4052-B4EE-DED924CB4A92}" srcOrd="0" destOrd="2" presId="urn:microsoft.com/office/officeart/2005/8/layout/list1"/>
    <dgm:cxn modelId="{2B4F7370-C829-4993-9136-CB2B0837BD6C}" type="presOf" srcId="{F45CE944-93B7-4A5F-80B5-D127C97EBB2A}" destId="{6E6BD890-AF47-41B0-93CE-AD88A5E3378B}" srcOrd="1" destOrd="0" presId="urn:microsoft.com/office/officeart/2005/8/layout/list1"/>
    <dgm:cxn modelId="{58E92D71-294D-4CF4-B30D-DDB28BA060EE}" srcId="{40468082-DF9D-4FCD-9FAE-B38266D940A8}" destId="{1B1FD89B-EB38-464C-AAD5-148C2BBEA645}" srcOrd="1" destOrd="0" parTransId="{830FF372-C374-4FA0-B41D-4B5909B1D9F4}" sibTransId="{AEF27862-B0EA-4875-B2F4-209108E9945F}"/>
    <dgm:cxn modelId="{E46B9477-B7BB-42F4-AFD0-D41DCFDC915E}" srcId="{F45CE944-93B7-4A5F-80B5-D127C97EBB2A}" destId="{D77E2712-AA9D-4C54-84E9-5E16C52A90BB}" srcOrd="1" destOrd="0" parTransId="{572C49FD-763F-4C0F-A085-FC8629AA450E}" sibTransId="{6281AC8B-04A5-4561-AB9B-16FAF7339711}"/>
    <dgm:cxn modelId="{14E5847B-5FBA-4F5B-A755-01813B3F3C88}" srcId="{3CBB50C5-837B-41D7-B36D-80C8386273AB}" destId="{40468082-DF9D-4FCD-9FAE-B38266D940A8}" srcOrd="1" destOrd="0" parTransId="{C73C200E-23E4-473A-8EB7-E67ABC9A955E}" sibTransId="{241BD8B6-7991-4584-AF46-555B06998B8C}"/>
    <dgm:cxn modelId="{65BF738F-4EE3-4BAE-BFBA-E0977CB4A197}" type="presOf" srcId="{1B1FD89B-EB38-464C-AAD5-148C2BBEA645}" destId="{B0C401C9-280B-4052-B4EE-DED924CB4A92}" srcOrd="0" destOrd="1" presId="urn:microsoft.com/office/officeart/2005/8/layout/list1"/>
    <dgm:cxn modelId="{32776791-154B-4AC0-B440-6613958A1FF4}" type="presOf" srcId="{3CBB50C5-837B-41D7-B36D-80C8386273AB}" destId="{D575FE90-29BF-4DA7-8D2B-30313F98CB1A}" srcOrd="0" destOrd="0" presId="urn:microsoft.com/office/officeart/2005/8/layout/list1"/>
    <dgm:cxn modelId="{3B9A5894-123D-4FE1-8BE5-0C27B7C4A967}" type="presOf" srcId="{FB04A3D3-AE6A-4D3A-B42C-05D2E212E504}" destId="{03438817-B3A4-443E-9EEC-5F4E5EE55CE1}" srcOrd="0" destOrd="0" presId="urn:microsoft.com/office/officeart/2005/8/layout/list1"/>
    <dgm:cxn modelId="{D0391D9A-F52C-4A39-8913-9D71E6A450A9}" srcId="{40468082-DF9D-4FCD-9FAE-B38266D940A8}" destId="{F9C4D7A3-D208-450E-960B-1E393E49D172}" srcOrd="2" destOrd="0" parTransId="{39E77A4A-8FFB-45B0-8E25-24C4840DCDC7}" sibTransId="{EB16C98A-69DD-44CA-8B20-AC9042EE3957}"/>
    <dgm:cxn modelId="{62705EA2-3B18-44F1-ABD8-9B26C45015C8}" srcId="{3CBB50C5-837B-41D7-B36D-80C8386273AB}" destId="{C2714653-6BC6-42F0-9D29-7AEE8B2B2406}" srcOrd="3" destOrd="0" parTransId="{AA91A1A8-FECC-42A7-AF12-9AD049A43A70}" sibTransId="{05B1D7CA-736B-4DCD-A5E1-2A50A4BE0A02}"/>
    <dgm:cxn modelId="{D46F45A4-7E61-413C-ABF1-60DF0001B438}" srcId="{3CBB50C5-837B-41D7-B36D-80C8386273AB}" destId="{F45CE944-93B7-4A5F-80B5-D127C97EBB2A}" srcOrd="0" destOrd="0" parTransId="{79F2088D-01C3-4761-99EF-19EA76F072F3}" sibTransId="{7EF91195-5E4F-49ED-9FF9-EB41249EF49B}"/>
    <dgm:cxn modelId="{FDDA64B1-DBA0-4E9E-AEFD-A90A57E48384}" srcId="{C2714653-6BC6-42F0-9D29-7AEE8B2B2406}" destId="{A9F079D7-C647-4C4E-9C42-EB0BF7F3A1B5}" srcOrd="0" destOrd="0" parTransId="{1977B410-83AC-4075-8FD9-054A2D06D275}" sibTransId="{1538914F-9910-44B9-A88A-D4D524C68162}"/>
    <dgm:cxn modelId="{71AFB8C0-4F2B-4370-85B2-0FC6687C3511}" type="presOf" srcId="{C2714653-6BC6-42F0-9D29-7AEE8B2B2406}" destId="{E456DD02-527C-4581-A15C-801D8C37A8F6}" srcOrd="0" destOrd="0" presId="urn:microsoft.com/office/officeart/2005/8/layout/list1"/>
    <dgm:cxn modelId="{8C38C7C2-14AE-49DF-AE72-4002E070531F}" srcId="{3CBB50C5-837B-41D7-B36D-80C8386273AB}" destId="{FB04A3D3-AE6A-4D3A-B42C-05D2E212E504}" srcOrd="2" destOrd="0" parTransId="{C3320BDE-2FF1-4883-B226-56A38DF4752F}" sibTransId="{F4A8EF33-688D-4E3B-BF1A-9ADE2982E8D2}"/>
    <dgm:cxn modelId="{CF0D6CC4-E126-4EBA-902B-A8DF40733233}" srcId="{40468082-DF9D-4FCD-9FAE-B38266D940A8}" destId="{6502DA34-4C54-4F61-BA99-529C6CC0C663}" srcOrd="0" destOrd="0" parTransId="{15CC22FB-AF64-4D3E-B57B-60548A3946EE}" sibTransId="{00C88E80-15F1-4C7D-9979-749105E048E6}"/>
    <dgm:cxn modelId="{F5115ED2-83DB-4A02-B009-F74ED964074F}" srcId="{40468082-DF9D-4FCD-9FAE-B38266D940A8}" destId="{2992EA2F-7415-4306-A1C4-AD0E0E948D85}" srcOrd="3" destOrd="0" parTransId="{DD454821-383C-4358-8851-00D23F9B5EA7}" sibTransId="{1E8A5728-AC74-4A05-B77E-E6661ED74DBC}"/>
    <dgm:cxn modelId="{A650B1D5-DA58-4479-8AD9-E778DEA05E52}" type="presOf" srcId="{FB04A3D3-AE6A-4D3A-B42C-05D2E212E504}" destId="{6F0858D1-809D-4275-AC94-F43D5767D158}" srcOrd="1" destOrd="0" presId="urn:microsoft.com/office/officeart/2005/8/layout/list1"/>
    <dgm:cxn modelId="{FBF49DDA-9247-4375-8074-C98F3EED5DF1}" type="presOf" srcId="{D77E2712-AA9D-4C54-84E9-5E16C52A90BB}" destId="{DF4C9173-6E68-434E-B251-153140B4DA91}" srcOrd="0" destOrd="1" presId="urn:microsoft.com/office/officeart/2005/8/layout/list1"/>
    <dgm:cxn modelId="{E79EC7E0-8008-4430-A8D1-5564D492F71C}" type="presOf" srcId="{40468082-DF9D-4FCD-9FAE-B38266D940A8}" destId="{FBF3F555-FECD-4D0A-AD66-396D1EC1E0FC}" srcOrd="0" destOrd="0" presId="urn:microsoft.com/office/officeart/2005/8/layout/list1"/>
    <dgm:cxn modelId="{3CA5DAE2-207B-4F2A-9F5E-8D2CC7EF93F7}" srcId="{F45CE944-93B7-4A5F-80B5-D127C97EBB2A}" destId="{E09EB5D3-73DD-490D-BBE7-310B3779B6B6}" srcOrd="0" destOrd="0" parTransId="{EEC2FF76-46F7-419D-B876-831D9FD15054}" sibTransId="{471820A0-97C9-4D2C-B1FF-76D5FBE9170C}"/>
    <dgm:cxn modelId="{253E66EE-6DEC-4B38-A222-EE68BF3C60B7}" srcId="{FB04A3D3-AE6A-4D3A-B42C-05D2E212E504}" destId="{F387CACF-CEE5-430A-BE62-4C2B6B73AFEB}" srcOrd="0" destOrd="0" parTransId="{C68A6974-3520-439F-AD5B-B4FACAD6D061}" sibTransId="{D0746E15-524D-4EA8-BA01-73CE168F8828}"/>
    <dgm:cxn modelId="{6028AEFD-8D41-4A6C-9D44-3BC8273B7BD3}" type="presOf" srcId="{F387CACF-CEE5-430A-BE62-4C2B6B73AFEB}" destId="{F487DEE4-4A52-4572-97F8-2E08E632AEE6}" srcOrd="0" destOrd="0" presId="urn:microsoft.com/office/officeart/2005/8/layout/list1"/>
    <dgm:cxn modelId="{90015153-DB79-4BD2-AD04-22AC83DFDC86}" type="presParOf" srcId="{D575FE90-29BF-4DA7-8D2B-30313F98CB1A}" destId="{B7CD28EC-6C5D-47C5-84B7-CE97AB93520D}" srcOrd="0" destOrd="0" presId="urn:microsoft.com/office/officeart/2005/8/layout/list1"/>
    <dgm:cxn modelId="{90C271A3-C283-418E-82A2-8841E7FFD78C}" type="presParOf" srcId="{B7CD28EC-6C5D-47C5-84B7-CE97AB93520D}" destId="{84E93D43-D00B-48FA-9E35-459268CBFBB3}" srcOrd="0" destOrd="0" presId="urn:microsoft.com/office/officeart/2005/8/layout/list1"/>
    <dgm:cxn modelId="{24C3BB20-0DB7-4B01-8268-00CD5F7535A5}" type="presParOf" srcId="{B7CD28EC-6C5D-47C5-84B7-CE97AB93520D}" destId="{6E6BD890-AF47-41B0-93CE-AD88A5E3378B}" srcOrd="1" destOrd="0" presId="urn:microsoft.com/office/officeart/2005/8/layout/list1"/>
    <dgm:cxn modelId="{6F97489B-70E2-4178-9AF6-86AA68A65BE0}" type="presParOf" srcId="{D575FE90-29BF-4DA7-8D2B-30313F98CB1A}" destId="{C800EE57-DC5C-4A66-89F7-FBDF35BF5607}" srcOrd="1" destOrd="0" presId="urn:microsoft.com/office/officeart/2005/8/layout/list1"/>
    <dgm:cxn modelId="{4E3A1341-79CF-4D38-B14B-917CC583A231}" type="presParOf" srcId="{D575FE90-29BF-4DA7-8D2B-30313F98CB1A}" destId="{DF4C9173-6E68-434E-B251-153140B4DA91}" srcOrd="2" destOrd="0" presId="urn:microsoft.com/office/officeart/2005/8/layout/list1"/>
    <dgm:cxn modelId="{85A4D5FD-5590-4DAE-880B-07024E13C311}" type="presParOf" srcId="{D575FE90-29BF-4DA7-8D2B-30313F98CB1A}" destId="{0A9F69CA-1F5D-4275-8D14-392A5C4FC176}" srcOrd="3" destOrd="0" presId="urn:microsoft.com/office/officeart/2005/8/layout/list1"/>
    <dgm:cxn modelId="{DCFEC2F0-C3C3-4820-93B6-1F6DA9673DBE}" type="presParOf" srcId="{D575FE90-29BF-4DA7-8D2B-30313F98CB1A}" destId="{6FE5B5F3-3548-4862-96CF-C8B1F034A931}" srcOrd="4" destOrd="0" presId="urn:microsoft.com/office/officeart/2005/8/layout/list1"/>
    <dgm:cxn modelId="{55E8B742-F289-4201-9AB6-4D7348748D32}" type="presParOf" srcId="{6FE5B5F3-3548-4862-96CF-C8B1F034A931}" destId="{FBF3F555-FECD-4D0A-AD66-396D1EC1E0FC}" srcOrd="0" destOrd="0" presId="urn:microsoft.com/office/officeart/2005/8/layout/list1"/>
    <dgm:cxn modelId="{A06D0303-AEA3-42B0-9993-B384E670DD2F}" type="presParOf" srcId="{6FE5B5F3-3548-4862-96CF-C8B1F034A931}" destId="{673C62EC-08B1-4C1F-94DF-18ADA88183DB}" srcOrd="1" destOrd="0" presId="urn:microsoft.com/office/officeart/2005/8/layout/list1"/>
    <dgm:cxn modelId="{3EB35ED8-2BAF-47BC-B94E-163FC5706EF7}" type="presParOf" srcId="{D575FE90-29BF-4DA7-8D2B-30313F98CB1A}" destId="{7074EC78-C25D-48FB-8021-9A6D1DE19AA6}" srcOrd="5" destOrd="0" presId="urn:microsoft.com/office/officeart/2005/8/layout/list1"/>
    <dgm:cxn modelId="{AFDF0DE7-EE26-414A-A285-4CD59E967CA8}" type="presParOf" srcId="{D575FE90-29BF-4DA7-8D2B-30313F98CB1A}" destId="{B0C401C9-280B-4052-B4EE-DED924CB4A92}" srcOrd="6" destOrd="0" presId="urn:microsoft.com/office/officeart/2005/8/layout/list1"/>
    <dgm:cxn modelId="{C830FA9F-85CE-499D-8852-B163906CEE21}" type="presParOf" srcId="{D575FE90-29BF-4DA7-8D2B-30313F98CB1A}" destId="{CF44AC5E-5085-45DF-9F6D-C9108E9A66AD}" srcOrd="7" destOrd="0" presId="urn:microsoft.com/office/officeart/2005/8/layout/list1"/>
    <dgm:cxn modelId="{4A359BF2-B352-4187-AD51-C61A332607B6}" type="presParOf" srcId="{D575FE90-29BF-4DA7-8D2B-30313F98CB1A}" destId="{3AB88817-3C8F-4FD5-8B5E-C9AA0F20DB24}" srcOrd="8" destOrd="0" presId="urn:microsoft.com/office/officeart/2005/8/layout/list1"/>
    <dgm:cxn modelId="{F2D4FFEE-7FC5-43A3-8A6E-81CDF02BE0F6}" type="presParOf" srcId="{3AB88817-3C8F-4FD5-8B5E-C9AA0F20DB24}" destId="{03438817-B3A4-443E-9EEC-5F4E5EE55CE1}" srcOrd="0" destOrd="0" presId="urn:microsoft.com/office/officeart/2005/8/layout/list1"/>
    <dgm:cxn modelId="{92F76152-71AA-4754-966B-D6077A5901EC}" type="presParOf" srcId="{3AB88817-3C8F-4FD5-8B5E-C9AA0F20DB24}" destId="{6F0858D1-809D-4275-AC94-F43D5767D158}" srcOrd="1" destOrd="0" presId="urn:microsoft.com/office/officeart/2005/8/layout/list1"/>
    <dgm:cxn modelId="{A7460AD5-35C7-4F47-B83A-D0056BC4178A}" type="presParOf" srcId="{D575FE90-29BF-4DA7-8D2B-30313F98CB1A}" destId="{858C8113-CFDA-4E61-929B-F2129CC77DD3}" srcOrd="9" destOrd="0" presId="urn:microsoft.com/office/officeart/2005/8/layout/list1"/>
    <dgm:cxn modelId="{46AB3CC6-6DF7-4F0C-8B78-5D6887011409}" type="presParOf" srcId="{D575FE90-29BF-4DA7-8D2B-30313F98CB1A}" destId="{F487DEE4-4A52-4572-97F8-2E08E632AEE6}" srcOrd="10" destOrd="0" presId="urn:microsoft.com/office/officeart/2005/8/layout/list1"/>
    <dgm:cxn modelId="{AA8A68A9-F5C6-4322-AF06-035B3E088F76}" type="presParOf" srcId="{D575FE90-29BF-4DA7-8D2B-30313F98CB1A}" destId="{9282CF38-04FE-4696-8073-318D490F6816}" srcOrd="11" destOrd="0" presId="urn:microsoft.com/office/officeart/2005/8/layout/list1"/>
    <dgm:cxn modelId="{37A24174-A178-4D51-B577-27401BF56E54}" type="presParOf" srcId="{D575FE90-29BF-4DA7-8D2B-30313F98CB1A}" destId="{C06FB36D-B9BE-4FAE-ADA2-921D5429384A}" srcOrd="12" destOrd="0" presId="urn:microsoft.com/office/officeart/2005/8/layout/list1"/>
    <dgm:cxn modelId="{02CFF14A-7986-4625-8FB4-ED285DA4B898}" type="presParOf" srcId="{C06FB36D-B9BE-4FAE-ADA2-921D5429384A}" destId="{E456DD02-527C-4581-A15C-801D8C37A8F6}" srcOrd="0" destOrd="0" presId="urn:microsoft.com/office/officeart/2005/8/layout/list1"/>
    <dgm:cxn modelId="{8B5667F3-48A2-4E82-B257-9960F1C4D51A}" type="presParOf" srcId="{C06FB36D-B9BE-4FAE-ADA2-921D5429384A}" destId="{07A4EA43-6E06-4A1E-85CA-347E3251DACE}" srcOrd="1" destOrd="0" presId="urn:microsoft.com/office/officeart/2005/8/layout/list1"/>
    <dgm:cxn modelId="{A11BD150-0DAC-46EB-91E9-68D785C1F73F}" type="presParOf" srcId="{D575FE90-29BF-4DA7-8D2B-30313F98CB1A}" destId="{BB013F86-B724-40C4-BAEC-54E5C102468D}" srcOrd="13" destOrd="0" presId="urn:microsoft.com/office/officeart/2005/8/layout/list1"/>
    <dgm:cxn modelId="{86BE8AD5-3361-4775-BB97-9DB308BAFAEE}" type="presParOf" srcId="{D575FE90-29BF-4DA7-8D2B-30313F98CB1A}" destId="{AE575D0B-34A6-414D-8882-8819F1A35749}"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4C9173-6E68-434E-B251-153140B4DA91}">
      <dsp:nvSpPr>
        <dsp:cNvPr id="0" name=""/>
        <dsp:cNvSpPr/>
      </dsp:nvSpPr>
      <dsp:spPr>
        <a:xfrm>
          <a:off x="0" y="390823"/>
          <a:ext cx="6865218" cy="22113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2817" tIns="270764" rIns="532817" bIns="92456" numCol="1" spcCol="1270" anchor="t" anchorCtr="0">
          <a:noAutofit/>
        </a:bodyPr>
        <a:lstStyle/>
        <a:p>
          <a:pPr marL="114300" lvl="1" indent="-114300" algn="just" defTabSz="577850" rtl="0">
            <a:lnSpc>
              <a:spcPct val="90000"/>
            </a:lnSpc>
            <a:spcBef>
              <a:spcPct val="0"/>
            </a:spcBef>
            <a:spcAft>
              <a:spcPct val="15000"/>
            </a:spcAft>
            <a:buChar char="•"/>
          </a:pPr>
          <a:r>
            <a:rPr lang="en-MY" sz="1300" kern="1200"/>
            <a:t>Predicting car resale value is still a mystery to most people. As cited by Sameerchand Pudaruth (2014), predicting car resale value is not a simple task. It is common known that the value of a used automobile is determined by a variety of factors including its popularity, maintenance costs, vehicle condition, mileage, model and year. The most essential criteria according to Sameerchand Pudaruth (2014) are the car's age, model and mileage.</a:t>
          </a:r>
          <a:endParaRPr lang="en-MY" sz="1300" kern="1200">
            <a:latin typeface="Calibri Light" panose="020F0302020204030204"/>
          </a:endParaRPr>
        </a:p>
        <a:p>
          <a:pPr marL="114300" lvl="1" indent="-114300" algn="just" defTabSz="577850">
            <a:lnSpc>
              <a:spcPct val="90000"/>
            </a:lnSpc>
            <a:spcBef>
              <a:spcPct val="0"/>
            </a:spcBef>
            <a:spcAft>
              <a:spcPct val="15000"/>
            </a:spcAft>
            <a:buChar char="•"/>
          </a:pPr>
          <a:r>
            <a:rPr lang="en-MY" sz="1300" kern="1200"/>
            <a:t>There is a need for a used car price prediction system to effectively determine the worthiness of the car using a variety of features. Even though there are websites that offers this service, their prediction method may not be the best. It is important to know their actual market value while both buying and selling.</a:t>
          </a:r>
          <a:endParaRPr lang="en-US" sz="1300" kern="1200"/>
        </a:p>
      </dsp:txBody>
      <dsp:txXfrm>
        <a:off x="0" y="390823"/>
        <a:ext cx="6865218" cy="2211300"/>
      </dsp:txXfrm>
    </dsp:sp>
    <dsp:sp modelId="{6E6BD890-AF47-41B0-93CE-AD88A5E3378B}">
      <dsp:nvSpPr>
        <dsp:cNvPr id="0" name=""/>
        <dsp:cNvSpPr/>
      </dsp:nvSpPr>
      <dsp:spPr>
        <a:xfrm>
          <a:off x="343260" y="198943"/>
          <a:ext cx="4805652" cy="3837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1642" tIns="0" rIns="181642" bIns="0" numCol="1" spcCol="1270" anchor="ctr" anchorCtr="0">
          <a:noAutofit/>
        </a:bodyPr>
        <a:lstStyle/>
        <a:p>
          <a:pPr marL="0" lvl="0" indent="0" algn="l" defTabSz="577850">
            <a:lnSpc>
              <a:spcPct val="90000"/>
            </a:lnSpc>
            <a:spcBef>
              <a:spcPct val="0"/>
            </a:spcBef>
            <a:spcAft>
              <a:spcPct val="35000"/>
            </a:spcAft>
            <a:buNone/>
          </a:pPr>
          <a:r>
            <a:rPr lang="en-MY" sz="1300" kern="1200"/>
            <a:t>Problem Statement</a:t>
          </a:r>
          <a:endParaRPr lang="en-US" sz="1300" kern="1200"/>
        </a:p>
      </dsp:txBody>
      <dsp:txXfrm>
        <a:off x="361994" y="217677"/>
        <a:ext cx="4768184" cy="346292"/>
      </dsp:txXfrm>
    </dsp:sp>
    <dsp:sp modelId="{B0C401C9-280B-4052-B4EE-DED924CB4A92}">
      <dsp:nvSpPr>
        <dsp:cNvPr id="0" name=""/>
        <dsp:cNvSpPr/>
      </dsp:nvSpPr>
      <dsp:spPr>
        <a:xfrm>
          <a:off x="0" y="2864204"/>
          <a:ext cx="6865218" cy="1556100"/>
        </a:xfrm>
        <a:prstGeom prst="rect">
          <a:avLst/>
        </a:prstGeom>
        <a:solidFill>
          <a:schemeClr val="lt1">
            <a:alpha val="90000"/>
            <a:hueOff val="0"/>
            <a:satOff val="0"/>
            <a:lumOff val="0"/>
            <a:alphaOff val="0"/>
          </a:schemeClr>
        </a:solidFill>
        <a:ln w="12700" cap="flat" cmpd="sng" algn="ctr">
          <a:solidFill>
            <a:schemeClr val="accent5">
              <a:hueOff val="-2252848"/>
              <a:satOff val="-5806"/>
              <a:lumOff val="-392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2817" tIns="270764" rIns="532817" bIns="92456" numCol="1" spcCol="1270" anchor="t" anchorCtr="0">
          <a:noAutofit/>
        </a:bodyPr>
        <a:lstStyle/>
        <a:p>
          <a:pPr marL="114300" lvl="1" indent="-114300" algn="just" defTabSz="577850">
            <a:lnSpc>
              <a:spcPct val="90000"/>
            </a:lnSpc>
            <a:spcBef>
              <a:spcPct val="0"/>
            </a:spcBef>
            <a:spcAft>
              <a:spcPct val="15000"/>
            </a:spcAft>
            <a:buChar char="•"/>
          </a:pPr>
          <a:r>
            <a:rPr lang="en-MY" sz="1300" kern="1200"/>
            <a:t>To collect dataset pertaining to pre-owned cars.</a:t>
          </a:r>
          <a:endParaRPr lang="en-US" sz="1300" kern="1200"/>
        </a:p>
        <a:p>
          <a:pPr marL="114300" lvl="1" indent="-114300" algn="just" defTabSz="577850">
            <a:lnSpc>
              <a:spcPct val="90000"/>
            </a:lnSpc>
            <a:spcBef>
              <a:spcPct val="0"/>
            </a:spcBef>
            <a:spcAft>
              <a:spcPct val="15000"/>
            </a:spcAft>
            <a:buChar char="•"/>
          </a:pPr>
          <a:r>
            <a:rPr lang="en-MY" sz="1300" kern="1200"/>
            <a:t>To identify the prominent features that can be used to predict the used car price.</a:t>
          </a:r>
          <a:endParaRPr lang="en-US" sz="1300" kern="1200"/>
        </a:p>
        <a:p>
          <a:pPr marL="114300" lvl="1" indent="-114300" algn="just" defTabSz="577850">
            <a:lnSpc>
              <a:spcPct val="90000"/>
            </a:lnSpc>
            <a:spcBef>
              <a:spcPct val="0"/>
            </a:spcBef>
            <a:spcAft>
              <a:spcPct val="15000"/>
            </a:spcAft>
            <a:buChar char="•"/>
          </a:pPr>
          <a:r>
            <a:rPr lang="en-MY" sz="1300" kern="1200"/>
            <a:t>To develop machine learning models using different algorithms to predict the used car price.</a:t>
          </a:r>
          <a:endParaRPr lang="en-US" sz="1300" kern="1200"/>
        </a:p>
        <a:p>
          <a:pPr marL="114300" lvl="1" indent="-114300" algn="just" defTabSz="577850">
            <a:lnSpc>
              <a:spcPct val="90000"/>
            </a:lnSpc>
            <a:spcBef>
              <a:spcPct val="0"/>
            </a:spcBef>
            <a:spcAft>
              <a:spcPct val="15000"/>
            </a:spcAft>
            <a:buChar char="•"/>
          </a:pPr>
          <a:r>
            <a:rPr lang="en-MY" sz="1300" kern="1200"/>
            <a:t>To evaluate and determine the best machine learning model to predict the used car price.</a:t>
          </a:r>
          <a:endParaRPr lang="en-US" sz="1300" kern="1200"/>
        </a:p>
      </dsp:txBody>
      <dsp:txXfrm>
        <a:off x="0" y="2864204"/>
        <a:ext cx="6865218" cy="1556100"/>
      </dsp:txXfrm>
    </dsp:sp>
    <dsp:sp modelId="{673C62EC-08B1-4C1F-94DF-18ADA88183DB}">
      <dsp:nvSpPr>
        <dsp:cNvPr id="0" name=""/>
        <dsp:cNvSpPr/>
      </dsp:nvSpPr>
      <dsp:spPr>
        <a:xfrm>
          <a:off x="343260" y="2672324"/>
          <a:ext cx="4805652" cy="383760"/>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1642" tIns="0" rIns="181642" bIns="0" numCol="1" spcCol="1270" anchor="ctr" anchorCtr="0">
          <a:noAutofit/>
        </a:bodyPr>
        <a:lstStyle/>
        <a:p>
          <a:pPr marL="0" lvl="0" indent="0" algn="l" defTabSz="577850">
            <a:lnSpc>
              <a:spcPct val="90000"/>
            </a:lnSpc>
            <a:spcBef>
              <a:spcPct val="0"/>
            </a:spcBef>
            <a:spcAft>
              <a:spcPct val="35000"/>
            </a:spcAft>
            <a:buNone/>
          </a:pPr>
          <a:r>
            <a:rPr lang="en-MY" sz="1300" kern="1200"/>
            <a:t>Objectives</a:t>
          </a:r>
          <a:endParaRPr lang="en-US" sz="1300" kern="1200"/>
        </a:p>
      </dsp:txBody>
      <dsp:txXfrm>
        <a:off x="361994" y="2691058"/>
        <a:ext cx="4768184" cy="346292"/>
      </dsp:txXfrm>
    </dsp:sp>
    <dsp:sp modelId="{F487DEE4-4A52-4572-97F8-2E08E632AEE6}">
      <dsp:nvSpPr>
        <dsp:cNvPr id="0" name=""/>
        <dsp:cNvSpPr/>
      </dsp:nvSpPr>
      <dsp:spPr>
        <a:xfrm>
          <a:off x="0" y="4682384"/>
          <a:ext cx="6865218" cy="552825"/>
        </a:xfrm>
        <a:prstGeom prst="rect">
          <a:avLst/>
        </a:prstGeom>
        <a:solidFill>
          <a:schemeClr val="lt1">
            <a:alpha val="90000"/>
            <a:hueOff val="0"/>
            <a:satOff val="0"/>
            <a:lumOff val="0"/>
            <a:alphaOff val="0"/>
          </a:schemeClr>
        </a:solidFill>
        <a:ln w="12700" cap="flat" cmpd="sng" algn="ctr">
          <a:solidFill>
            <a:schemeClr val="accent5">
              <a:hueOff val="-4505695"/>
              <a:satOff val="-11613"/>
              <a:lumOff val="-784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2817" tIns="270764" rIns="532817" bIns="92456" numCol="1" spcCol="1270" anchor="t" anchorCtr="0">
          <a:noAutofit/>
        </a:bodyPr>
        <a:lstStyle/>
        <a:p>
          <a:pPr marL="114300" lvl="1" indent="-114300" algn="just" defTabSz="577850">
            <a:lnSpc>
              <a:spcPct val="90000"/>
            </a:lnSpc>
            <a:spcBef>
              <a:spcPct val="0"/>
            </a:spcBef>
            <a:spcAft>
              <a:spcPct val="15000"/>
            </a:spcAft>
            <a:buChar char="•"/>
          </a:pPr>
          <a:r>
            <a:rPr lang="en-MY" sz="1300" kern="1200"/>
            <a:t>Web scraping from Craigslist and </a:t>
          </a:r>
          <a:r>
            <a:rPr lang="en-MY" sz="1300" kern="1200" err="1"/>
            <a:t>Carwow</a:t>
          </a:r>
          <a:endParaRPr lang="en-US" sz="1300" kern="1200"/>
        </a:p>
      </dsp:txBody>
      <dsp:txXfrm>
        <a:off x="0" y="4682384"/>
        <a:ext cx="6865218" cy="552825"/>
      </dsp:txXfrm>
    </dsp:sp>
    <dsp:sp modelId="{6F0858D1-809D-4275-AC94-F43D5767D158}">
      <dsp:nvSpPr>
        <dsp:cNvPr id="0" name=""/>
        <dsp:cNvSpPr/>
      </dsp:nvSpPr>
      <dsp:spPr>
        <a:xfrm>
          <a:off x="343260" y="4490504"/>
          <a:ext cx="4805652" cy="383760"/>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1642" tIns="0" rIns="181642" bIns="0" numCol="1" spcCol="1270" anchor="ctr" anchorCtr="0">
          <a:noAutofit/>
        </a:bodyPr>
        <a:lstStyle/>
        <a:p>
          <a:pPr marL="0" lvl="0" indent="0" algn="l" defTabSz="577850">
            <a:lnSpc>
              <a:spcPct val="90000"/>
            </a:lnSpc>
            <a:spcBef>
              <a:spcPct val="0"/>
            </a:spcBef>
            <a:spcAft>
              <a:spcPct val="35000"/>
            </a:spcAft>
            <a:buNone/>
          </a:pPr>
          <a:r>
            <a:rPr lang="en-MY" sz="1300" kern="1200"/>
            <a:t>Data Source</a:t>
          </a:r>
          <a:endParaRPr lang="en-US" sz="1300" kern="1200"/>
        </a:p>
      </dsp:txBody>
      <dsp:txXfrm>
        <a:off x="361994" y="4509238"/>
        <a:ext cx="4768184" cy="346292"/>
      </dsp:txXfrm>
    </dsp:sp>
    <dsp:sp modelId="{AE575D0B-34A6-414D-8882-8819F1A35749}">
      <dsp:nvSpPr>
        <dsp:cNvPr id="0" name=""/>
        <dsp:cNvSpPr/>
      </dsp:nvSpPr>
      <dsp:spPr>
        <a:xfrm>
          <a:off x="0" y="5497289"/>
          <a:ext cx="6865218" cy="921375"/>
        </a:xfrm>
        <a:prstGeom prst="rect">
          <a:avLst/>
        </a:prstGeom>
        <a:solidFill>
          <a:schemeClr val="lt1">
            <a:alpha val="90000"/>
            <a:hueOff val="0"/>
            <a:satOff val="0"/>
            <a:lumOff val="0"/>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2817" tIns="270764" rIns="532817" bIns="92456" numCol="1" spcCol="1270" anchor="t" anchorCtr="0">
          <a:noAutofit/>
        </a:bodyPr>
        <a:lstStyle/>
        <a:p>
          <a:pPr marL="114300" lvl="1" indent="-114300" algn="just" defTabSz="577850" rtl="0">
            <a:lnSpc>
              <a:spcPct val="90000"/>
            </a:lnSpc>
            <a:spcBef>
              <a:spcPct val="0"/>
            </a:spcBef>
            <a:spcAft>
              <a:spcPct val="15000"/>
            </a:spcAft>
            <a:buChar char="•"/>
          </a:pPr>
          <a:r>
            <a:rPr lang="en-MY" sz="1300" b="0" kern="1200">
              <a:latin typeface="Calibri Light" panose="020F0302020204030204"/>
            </a:rPr>
            <a:t>id, price</a:t>
          </a:r>
          <a:r>
            <a:rPr lang="en-MY" sz="1300" b="0" kern="1200"/>
            <a:t>, year, manufacturer, model,</a:t>
          </a:r>
          <a:r>
            <a:rPr lang="en-MY" sz="1300" b="0" kern="1200">
              <a:latin typeface="Calibri Light" panose="020F0302020204030204"/>
            </a:rPr>
            <a:t> cylinders</a:t>
          </a:r>
          <a:r>
            <a:rPr lang="en-MY" sz="1300" b="0" kern="1200"/>
            <a:t>, fuel, milage, transmission, </a:t>
          </a:r>
          <a:r>
            <a:rPr lang="en-MY" sz="1300" b="0" kern="1200" err="1"/>
            <a:t>chassis_number</a:t>
          </a:r>
          <a:r>
            <a:rPr lang="en-MY" sz="1300" b="0" kern="1200"/>
            <a:t>, </a:t>
          </a:r>
          <a:r>
            <a:rPr lang="en-MY" sz="1300" b="0" kern="1200" err="1"/>
            <a:t>engine_number</a:t>
          </a:r>
          <a:r>
            <a:rPr lang="en-MY" sz="1300" b="0" kern="1200"/>
            <a:t>, drive, type, </a:t>
          </a:r>
          <a:r>
            <a:rPr lang="en-MY" sz="1300" b="0" kern="1200" err="1"/>
            <a:t>color</a:t>
          </a:r>
          <a:r>
            <a:rPr lang="en-MY" sz="1300" b="0" kern="1200"/>
            <a:t>, description, region, county, state, </a:t>
          </a:r>
          <a:r>
            <a:rPr lang="en-MY" sz="1300" b="0" kern="1200" err="1"/>
            <a:t>posting_date</a:t>
          </a:r>
          <a:endParaRPr lang="en-MY" sz="1300" b="0" kern="1200"/>
        </a:p>
      </dsp:txBody>
      <dsp:txXfrm>
        <a:off x="0" y="5497289"/>
        <a:ext cx="6865218" cy="921375"/>
      </dsp:txXfrm>
    </dsp:sp>
    <dsp:sp modelId="{07A4EA43-6E06-4A1E-85CA-347E3251DACE}">
      <dsp:nvSpPr>
        <dsp:cNvPr id="0" name=""/>
        <dsp:cNvSpPr/>
      </dsp:nvSpPr>
      <dsp:spPr>
        <a:xfrm>
          <a:off x="343260" y="5305409"/>
          <a:ext cx="4805652" cy="38376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1642" tIns="0" rIns="181642" bIns="0" numCol="1" spcCol="1270" anchor="ctr" anchorCtr="0">
          <a:noAutofit/>
        </a:bodyPr>
        <a:lstStyle/>
        <a:p>
          <a:pPr marL="0" lvl="0" indent="0" algn="just" defTabSz="577850" rtl="0">
            <a:lnSpc>
              <a:spcPct val="90000"/>
            </a:lnSpc>
            <a:spcBef>
              <a:spcPct val="0"/>
            </a:spcBef>
            <a:spcAft>
              <a:spcPct val="35000"/>
            </a:spcAft>
            <a:buNone/>
          </a:pPr>
          <a:r>
            <a:rPr lang="en-MY" sz="1300" kern="1200">
              <a:latin typeface="Calibri Light" panose="020F0302020204030204"/>
            </a:rPr>
            <a:t>Features</a:t>
          </a:r>
        </a:p>
      </dsp:txBody>
      <dsp:txXfrm>
        <a:off x="361994" y="5324143"/>
        <a:ext cx="4768184" cy="34629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BDC239-3F8A-4947-B9C4-B1E64510AA1B}" type="datetimeFigureOut">
              <a:rPr lang="en-MY" smtClean="0"/>
              <a:t>4/4/2022</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74074E-72F7-43F9-8C13-F1730D3A9E62}" type="slidenum">
              <a:rPr lang="en-MY" smtClean="0"/>
              <a:t>‹#›</a:t>
            </a:fld>
            <a:endParaRPr lang="en-MY"/>
          </a:p>
        </p:txBody>
      </p:sp>
    </p:spTree>
    <p:extLst>
      <p:ext uri="{BB962C8B-B14F-4D97-AF65-F5344CB8AC3E}">
        <p14:creationId xmlns:p14="http://schemas.microsoft.com/office/powerpoint/2010/main" val="3082107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974074E-72F7-43F9-8C13-F1730D3A9E62}" type="slidenum">
              <a:rPr lang="en-MY" smtClean="0"/>
              <a:t>1</a:t>
            </a:fld>
            <a:endParaRPr lang="en-MY"/>
          </a:p>
        </p:txBody>
      </p:sp>
    </p:spTree>
    <p:extLst>
      <p:ext uri="{BB962C8B-B14F-4D97-AF65-F5344CB8AC3E}">
        <p14:creationId xmlns:p14="http://schemas.microsoft.com/office/powerpoint/2010/main" val="2873632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38500-2263-409A-AF77-898D848334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27D13B37-1206-4922-ADD5-A8DF92E66B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52385B81-824B-4F9F-9E6C-A9EB3E34C99C}"/>
              </a:ext>
            </a:extLst>
          </p:cNvPr>
          <p:cNvSpPr>
            <a:spLocks noGrp="1"/>
          </p:cNvSpPr>
          <p:nvPr>
            <p:ph type="dt" sz="half" idx="10"/>
          </p:nvPr>
        </p:nvSpPr>
        <p:spPr/>
        <p:txBody>
          <a:bodyPr/>
          <a:lstStyle/>
          <a:p>
            <a:fld id="{D32D4878-B60A-4861-AB3E-A7E7A9868515}" type="datetimeFigureOut">
              <a:rPr lang="en-MY" smtClean="0"/>
              <a:t>4/4/2022</a:t>
            </a:fld>
            <a:endParaRPr lang="en-MY"/>
          </a:p>
        </p:txBody>
      </p:sp>
      <p:sp>
        <p:nvSpPr>
          <p:cNvPr id="5" name="Footer Placeholder 4">
            <a:extLst>
              <a:ext uri="{FF2B5EF4-FFF2-40B4-BE49-F238E27FC236}">
                <a16:creationId xmlns:a16="http://schemas.microsoft.com/office/drawing/2014/main" id="{DDE5A8F2-5775-4184-A619-4F63E6A22D0A}"/>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641206D5-3638-4455-8B95-B2393709E56F}"/>
              </a:ext>
            </a:extLst>
          </p:cNvPr>
          <p:cNvSpPr>
            <a:spLocks noGrp="1"/>
          </p:cNvSpPr>
          <p:nvPr>
            <p:ph type="sldNum" sz="quarter" idx="12"/>
          </p:nvPr>
        </p:nvSpPr>
        <p:spPr/>
        <p:txBody>
          <a:bodyPr/>
          <a:lstStyle/>
          <a:p>
            <a:fld id="{C9EB7FDA-9213-43EA-9BCE-B59B6A42F67C}" type="slidenum">
              <a:rPr lang="en-MY" smtClean="0"/>
              <a:t>‹#›</a:t>
            </a:fld>
            <a:endParaRPr lang="en-MY"/>
          </a:p>
        </p:txBody>
      </p:sp>
    </p:spTree>
    <p:extLst>
      <p:ext uri="{BB962C8B-B14F-4D97-AF65-F5344CB8AC3E}">
        <p14:creationId xmlns:p14="http://schemas.microsoft.com/office/powerpoint/2010/main" val="2641268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ED393-3656-48CE-8516-0E7F1376AB1E}"/>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0FEC55C5-88F6-4FBD-A51B-40C03C58BD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FBFCDC91-7C50-433D-B285-4584057C3834}"/>
              </a:ext>
            </a:extLst>
          </p:cNvPr>
          <p:cNvSpPr>
            <a:spLocks noGrp="1"/>
          </p:cNvSpPr>
          <p:nvPr>
            <p:ph type="dt" sz="half" idx="10"/>
          </p:nvPr>
        </p:nvSpPr>
        <p:spPr/>
        <p:txBody>
          <a:bodyPr/>
          <a:lstStyle/>
          <a:p>
            <a:fld id="{D32D4878-B60A-4861-AB3E-A7E7A9868515}" type="datetimeFigureOut">
              <a:rPr lang="en-MY" smtClean="0"/>
              <a:t>4/4/2022</a:t>
            </a:fld>
            <a:endParaRPr lang="en-MY"/>
          </a:p>
        </p:txBody>
      </p:sp>
      <p:sp>
        <p:nvSpPr>
          <p:cNvPr id="5" name="Footer Placeholder 4">
            <a:extLst>
              <a:ext uri="{FF2B5EF4-FFF2-40B4-BE49-F238E27FC236}">
                <a16:creationId xmlns:a16="http://schemas.microsoft.com/office/drawing/2014/main" id="{B6A9568C-7035-470A-915B-7D8D376AFC4C}"/>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C51408F6-46B6-4B4D-B491-E17DB505592B}"/>
              </a:ext>
            </a:extLst>
          </p:cNvPr>
          <p:cNvSpPr>
            <a:spLocks noGrp="1"/>
          </p:cNvSpPr>
          <p:nvPr>
            <p:ph type="sldNum" sz="quarter" idx="12"/>
          </p:nvPr>
        </p:nvSpPr>
        <p:spPr/>
        <p:txBody>
          <a:bodyPr/>
          <a:lstStyle/>
          <a:p>
            <a:fld id="{C9EB7FDA-9213-43EA-9BCE-B59B6A42F67C}" type="slidenum">
              <a:rPr lang="en-MY" smtClean="0"/>
              <a:t>‹#›</a:t>
            </a:fld>
            <a:endParaRPr lang="en-MY"/>
          </a:p>
        </p:txBody>
      </p:sp>
    </p:spTree>
    <p:extLst>
      <p:ext uri="{BB962C8B-B14F-4D97-AF65-F5344CB8AC3E}">
        <p14:creationId xmlns:p14="http://schemas.microsoft.com/office/powerpoint/2010/main" val="2774095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5F08F-6CD1-464C-929B-B51F074816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8361D506-7522-47FD-81C0-8784CBE088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F32617-C995-43C7-874F-5DC64E8D0CF6}"/>
              </a:ext>
            </a:extLst>
          </p:cNvPr>
          <p:cNvSpPr>
            <a:spLocks noGrp="1"/>
          </p:cNvSpPr>
          <p:nvPr>
            <p:ph type="dt" sz="half" idx="10"/>
          </p:nvPr>
        </p:nvSpPr>
        <p:spPr/>
        <p:txBody>
          <a:bodyPr/>
          <a:lstStyle/>
          <a:p>
            <a:fld id="{D32D4878-B60A-4861-AB3E-A7E7A9868515}" type="datetimeFigureOut">
              <a:rPr lang="en-MY" smtClean="0"/>
              <a:t>4/4/2022</a:t>
            </a:fld>
            <a:endParaRPr lang="en-MY"/>
          </a:p>
        </p:txBody>
      </p:sp>
      <p:sp>
        <p:nvSpPr>
          <p:cNvPr id="5" name="Footer Placeholder 4">
            <a:extLst>
              <a:ext uri="{FF2B5EF4-FFF2-40B4-BE49-F238E27FC236}">
                <a16:creationId xmlns:a16="http://schemas.microsoft.com/office/drawing/2014/main" id="{212A9D8A-8D0A-46B9-8A87-0C03FFFCAAE9}"/>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92473B4C-C823-460C-BC04-D98D58FC2AD8}"/>
              </a:ext>
            </a:extLst>
          </p:cNvPr>
          <p:cNvSpPr>
            <a:spLocks noGrp="1"/>
          </p:cNvSpPr>
          <p:nvPr>
            <p:ph type="sldNum" sz="quarter" idx="12"/>
          </p:nvPr>
        </p:nvSpPr>
        <p:spPr/>
        <p:txBody>
          <a:bodyPr/>
          <a:lstStyle/>
          <a:p>
            <a:fld id="{C9EB7FDA-9213-43EA-9BCE-B59B6A42F67C}" type="slidenum">
              <a:rPr lang="en-MY" smtClean="0"/>
              <a:t>‹#›</a:t>
            </a:fld>
            <a:endParaRPr lang="en-MY"/>
          </a:p>
        </p:txBody>
      </p:sp>
    </p:spTree>
    <p:extLst>
      <p:ext uri="{BB962C8B-B14F-4D97-AF65-F5344CB8AC3E}">
        <p14:creationId xmlns:p14="http://schemas.microsoft.com/office/powerpoint/2010/main" val="1764030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20D70-E59D-42E3-AB1D-363B2391D1A1}"/>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9059897E-A859-486F-9B74-E4DEC357E4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D6162228-5A96-4811-88AC-B27104AF70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A3662DC7-026A-4985-87D5-A3999DEC01F1}"/>
              </a:ext>
            </a:extLst>
          </p:cNvPr>
          <p:cNvSpPr>
            <a:spLocks noGrp="1"/>
          </p:cNvSpPr>
          <p:nvPr>
            <p:ph type="dt" sz="half" idx="10"/>
          </p:nvPr>
        </p:nvSpPr>
        <p:spPr/>
        <p:txBody>
          <a:bodyPr/>
          <a:lstStyle/>
          <a:p>
            <a:fld id="{D32D4878-B60A-4861-AB3E-A7E7A9868515}" type="datetimeFigureOut">
              <a:rPr lang="en-MY" smtClean="0"/>
              <a:t>4/4/2022</a:t>
            </a:fld>
            <a:endParaRPr lang="en-MY"/>
          </a:p>
        </p:txBody>
      </p:sp>
      <p:sp>
        <p:nvSpPr>
          <p:cNvPr id="6" name="Footer Placeholder 5">
            <a:extLst>
              <a:ext uri="{FF2B5EF4-FFF2-40B4-BE49-F238E27FC236}">
                <a16:creationId xmlns:a16="http://schemas.microsoft.com/office/drawing/2014/main" id="{00A2FBF8-7722-4AB7-8F87-8FC3990A203F}"/>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00AFD848-D28A-4A13-B8F5-14D6418731F7}"/>
              </a:ext>
            </a:extLst>
          </p:cNvPr>
          <p:cNvSpPr>
            <a:spLocks noGrp="1"/>
          </p:cNvSpPr>
          <p:nvPr>
            <p:ph type="sldNum" sz="quarter" idx="12"/>
          </p:nvPr>
        </p:nvSpPr>
        <p:spPr/>
        <p:txBody>
          <a:bodyPr/>
          <a:lstStyle/>
          <a:p>
            <a:fld id="{C9EB7FDA-9213-43EA-9BCE-B59B6A42F67C}" type="slidenum">
              <a:rPr lang="en-MY" smtClean="0"/>
              <a:t>‹#›</a:t>
            </a:fld>
            <a:endParaRPr lang="en-MY"/>
          </a:p>
        </p:txBody>
      </p:sp>
    </p:spTree>
    <p:extLst>
      <p:ext uri="{BB962C8B-B14F-4D97-AF65-F5344CB8AC3E}">
        <p14:creationId xmlns:p14="http://schemas.microsoft.com/office/powerpoint/2010/main" val="3722559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11CB4-7DE8-423F-9B81-449502F7B669}"/>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FFC4D9A6-9FFA-4392-BFD4-5F367D839C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11DBF6-9194-4CEE-A38A-F20CFB1233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1164F7EC-96E3-451F-837A-5F6F59F63C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68F181-4AA5-455B-BE56-A630518BD6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F970B8E5-8611-41A2-8428-43D7A52B7DDC}"/>
              </a:ext>
            </a:extLst>
          </p:cNvPr>
          <p:cNvSpPr>
            <a:spLocks noGrp="1"/>
          </p:cNvSpPr>
          <p:nvPr>
            <p:ph type="dt" sz="half" idx="10"/>
          </p:nvPr>
        </p:nvSpPr>
        <p:spPr/>
        <p:txBody>
          <a:bodyPr/>
          <a:lstStyle/>
          <a:p>
            <a:fld id="{D32D4878-B60A-4861-AB3E-A7E7A9868515}" type="datetimeFigureOut">
              <a:rPr lang="en-MY" smtClean="0"/>
              <a:t>4/4/2022</a:t>
            </a:fld>
            <a:endParaRPr lang="en-MY"/>
          </a:p>
        </p:txBody>
      </p:sp>
      <p:sp>
        <p:nvSpPr>
          <p:cNvPr id="8" name="Footer Placeholder 7">
            <a:extLst>
              <a:ext uri="{FF2B5EF4-FFF2-40B4-BE49-F238E27FC236}">
                <a16:creationId xmlns:a16="http://schemas.microsoft.com/office/drawing/2014/main" id="{E61D27CE-C235-41EE-A1EA-E3FD82EDD6EA}"/>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24A8125E-609A-42C0-8AE7-D37DDE0FE0B5}"/>
              </a:ext>
            </a:extLst>
          </p:cNvPr>
          <p:cNvSpPr>
            <a:spLocks noGrp="1"/>
          </p:cNvSpPr>
          <p:nvPr>
            <p:ph type="sldNum" sz="quarter" idx="12"/>
          </p:nvPr>
        </p:nvSpPr>
        <p:spPr/>
        <p:txBody>
          <a:bodyPr/>
          <a:lstStyle/>
          <a:p>
            <a:fld id="{C9EB7FDA-9213-43EA-9BCE-B59B6A42F67C}" type="slidenum">
              <a:rPr lang="en-MY" smtClean="0"/>
              <a:t>‹#›</a:t>
            </a:fld>
            <a:endParaRPr lang="en-MY"/>
          </a:p>
        </p:txBody>
      </p:sp>
    </p:spTree>
    <p:extLst>
      <p:ext uri="{BB962C8B-B14F-4D97-AF65-F5344CB8AC3E}">
        <p14:creationId xmlns:p14="http://schemas.microsoft.com/office/powerpoint/2010/main" val="2066705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34B16-1C31-4394-A6E9-2EF3C4C8BFE9}"/>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10AEF245-274A-44F3-AAE5-85B87BE13914}"/>
              </a:ext>
            </a:extLst>
          </p:cNvPr>
          <p:cNvSpPr>
            <a:spLocks noGrp="1"/>
          </p:cNvSpPr>
          <p:nvPr>
            <p:ph type="dt" sz="half" idx="10"/>
          </p:nvPr>
        </p:nvSpPr>
        <p:spPr/>
        <p:txBody>
          <a:bodyPr/>
          <a:lstStyle/>
          <a:p>
            <a:fld id="{D32D4878-B60A-4861-AB3E-A7E7A9868515}" type="datetimeFigureOut">
              <a:rPr lang="en-MY" smtClean="0"/>
              <a:t>4/4/2022</a:t>
            </a:fld>
            <a:endParaRPr lang="en-MY"/>
          </a:p>
        </p:txBody>
      </p:sp>
      <p:sp>
        <p:nvSpPr>
          <p:cNvPr id="4" name="Footer Placeholder 3">
            <a:extLst>
              <a:ext uri="{FF2B5EF4-FFF2-40B4-BE49-F238E27FC236}">
                <a16:creationId xmlns:a16="http://schemas.microsoft.com/office/drawing/2014/main" id="{65242495-7412-403B-921F-377D0348BDDC}"/>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636665DB-E114-42B5-AFD5-E3AB67290708}"/>
              </a:ext>
            </a:extLst>
          </p:cNvPr>
          <p:cNvSpPr>
            <a:spLocks noGrp="1"/>
          </p:cNvSpPr>
          <p:nvPr>
            <p:ph type="sldNum" sz="quarter" idx="12"/>
          </p:nvPr>
        </p:nvSpPr>
        <p:spPr/>
        <p:txBody>
          <a:bodyPr/>
          <a:lstStyle/>
          <a:p>
            <a:fld id="{C9EB7FDA-9213-43EA-9BCE-B59B6A42F67C}" type="slidenum">
              <a:rPr lang="en-MY" smtClean="0"/>
              <a:t>‹#›</a:t>
            </a:fld>
            <a:endParaRPr lang="en-MY"/>
          </a:p>
        </p:txBody>
      </p:sp>
    </p:spTree>
    <p:extLst>
      <p:ext uri="{BB962C8B-B14F-4D97-AF65-F5344CB8AC3E}">
        <p14:creationId xmlns:p14="http://schemas.microsoft.com/office/powerpoint/2010/main" val="3943476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85DC6F-C38B-4C13-848D-0FAF2F53B857}"/>
              </a:ext>
            </a:extLst>
          </p:cNvPr>
          <p:cNvSpPr>
            <a:spLocks noGrp="1"/>
          </p:cNvSpPr>
          <p:nvPr>
            <p:ph type="dt" sz="half" idx="10"/>
          </p:nvPr>
        </p:nvSpPr>
        <p:spPr/>
        <p:txBody>
          <a:bodyPr/>
          <a:lstStyle/>
          <a:p>
            <a:fld id="{D32D4878-B60A-4861-AB3E-A7E7A9868515}" type="datetimeFigureOut">
              <a:rPr lang="en-MY" smtClean="0"/>
              <a:t>4/4/2022</a:t>
            </a:fld>
            <a:endParaRPr lang="en-MY"/>
          </a:p>
        </p:txBody>
      </p:sp>
      <p:sp>
        <p:nvSpPr>
          <p:cNvPr id="3" name="Footer Placeholder 2">
            <a:extLst>
              <a:ext uri="{FF2B5EF4-FFF2-40B4-BE49-F238E27FC236}">
                <a16:creationId xmlns:a16="http://schemas.microsoft.com/office/drawing/2014/main" id="{6A3F228C-85E2-4AAA-9928-3F0F8F709272}"/>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204A0B74-154F-4215-8AF9-2FB7FE777332}"/>
              </a:ext>
            </a:extLst>
          </p:cNvPr>
          <p:cNvSpPr>
            <a:spLocks noGrp="1"/>
          </p:cNvSpPr>
          <p:nvPr>
            <p:ph type="sldNum" sz="quarter" idx="12"/>
          </p:nvPr>
        </p:nvSpPr>
        <p:spPr/>
        <p:txBody>
          <a:bodyPr/>
          <a:lstStyle/>
          <a:p>
            <a:fld id="{C9EB7FDA-9213-43EA-9BCE-B59B6A42F67C}" type="slidenum">
              <a:rPr lang="en-MY" smtClean="0"/>
              <a:t>‹#›</a:t>
            </a:fld>
            <a:endParaRPr lang="en-MY"/>
          </a:p>
        </p:txBody>
      </p:sp>
    </p:spTree>
    <p:extLst>
      <p:ext uri="{BB962C8B-B14F-4D97-AF65-F5344CB8AC3E}">
        <p14:creationId xmlns:p14="http://schemas.microsoft.com/office/powerpoint/2010/main" val="2127436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A1005-F105-4D06-8728-3945130ADC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AC97F72E-5890-4CBC-AB1C-7E7F2E9AD5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A5A98B03-9A08-48A9-9C75-707CB5BE2D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C15559-54FE-4A19-B9BB-26B8ED99DCAB}"/>
              </a:ext>
            </a:extLst>
          </p:cNvPr>
          <p:cNvSpPr>
            <a:spLocks noGrp="1"/>
          </p:cNvSpPr>
          <p:nvPr>
            <p:ph type="dt" sz="half" idx="10"/>
          </p:nvPr>
        </p:nvSpPr>
        <p:spPr/>
        <p:txBody>
          <a:bodyPr/>
          <a:lstStyle/>
          <a:p>
            <a:fld id="{D32D4878-B60A-4861-AB3E-A7E7A9868515}" type="datetimeFigureOut">
              <a:rPr lang="en-MY" smtClean="0"/>
              <a:t>4/4/2022</a:t>
            </a:fld>
            <a:endParaRPr lang="en-MY"/>
          </a:p>
        </p:txBody>
      </p:sp>
      <p:sp>
        <p:nvSpPr>
          <p:cNvPr id="6" name="Footer Placeholder 5">
            <a:extLst>
              <a:ext uri="{FF2B5EF4-FFF2-40B4-BE49-F238E27FC236}">
                <a16:creationId xmlns:a16="http://schemas.microsoft.com/office/drawing/2014/main" id="{31337A37-D663-48DC-B6E9-BFC4C23F0F59}"/>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AEEF290D-EDDC-4C12-AD58-DF896356DBF2}"/>
              </a:ext>
            </a:extLst>
          </p:cNvPr>
          <p:cNvSpPr>
            <a:spLocks noGrp="1"/>
          </p:cNvSpPr>
          <p:nvPr>
            <p:ph type="sldNum" sz="quarter" idx="12"/>
          </p:nvPr>
        </p:nvSpPr>
        <p:spPr/>
        <p:txBody>
          <a:bodyPr/>
          <a:lstStyle/>
          <a:p>
            <a:fld id="{C9EB7FDA-9213-43EA-9BCE-B59B6A42F67C}" type="slidenum">
              <a:rPr lang="en-MY" smtClean="0"/>
              <a:t>‹#›</a:t>
            </a:fld>
            <a:endParaRPr lang="en-MY"/>
          </a:p>
        </p:txBody>
      </p:sp>
    </p:spTree>
    <p:extLst>
      <p:ext uri="{BB962C8B-B14F-4D97-AF65-F5344CB8AC3E}">
        <p14:creationId xmlns:p14="http://schemas.microsoft.com/office/powerpoint/2010/main" val="3807040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AE431-DB78-4147-A3C3-9E43EFC340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A11CB8F1-E67C-479B-8893-73E2E31390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92B4DCFA-3407-43AA-9F22-49808C4ECD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C1A00D-59D7-4667-A449-740C2A5F4C31}"/>
              </a:ext>
            </a:extLst>
          </p:cNvPr>
          <p:cNvSpPr>
            <a:spLocks noGrp="1"/>
          </p:cNvSpPr>
          <p:nvPr>
            <p:ph type="dt" sz="half" idx="10"/>
          </p:nvPr>
        </p:nvSpPr>
        <p:spPr/>
        <p:txBody>
          <a:bodyPr/>
          <a:lstStyle/>
          <a:p>
            <a:fld id="{D32D4878-B60A-4861-AB3E-A7E7A9868515}" type="datetimeFigureOut">
              <a:rPr lang="en-MY" smtClean="0"/>
              <a:t>4/4/2022</a:t>
            </a:fld>
            <a:endParaRPr lang="en-MY"/>
          </a:p>
        </p:txBody>
      </p:sp>
      <p:sp>
        <p:nvSpPr>
          <p:cNvPr id="6" name="Footer Placeholder 5">
            <a:extLst>
              <a:ext uri="{FF2B5EF4-FFF2-40B4-BE49-F238E27FC236}">
                <a16:creationId xmlns:a16="http://schemas.microsoft.com/office/drawing/2014/main" id="{DD708346-CF0C-4083-ACCC-44C221EC9B50}"/>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43E22F5E-AC0E-44BD-A8AA-0A48A0F71286}"/>
              </a:ext>
            </a:extLst>
          </p:cNvPr>
          <p:cNvSpPr>
            <a:spLocks noGrp="1"/>
          </p:cNvSpPr>
          <p:nvPr>
            <p:ph type="sldNum" sz="quarter" idx="12"/>
          </p:nvPr>
        </p:nvSpPr>
        <p:spPr/>
        <p:txBody>
          <a:bodyPr/>
          <a:lstStyle/>
          <a:p>
            <a:fld id="{C9EB7FDA-9213-43EA-9BCE-B59B6A42F67C}" type="slidenum">
              <a:rPr lang="en-MY" smtClean="0"/>
              <a:t>‹#›</a:t>
            </a:fld>
            <a:endParaRPr lang="en-MY"/>
          </a:p>
        </p:txBody>
      </p:sp>
    </p:spTree>
    <p:extLst>
      <p:ext uri="{BB962C8B-B14F-4D97-AF65-F5344CB8AC3E}">
        <p14:creationId xmlns:p14="http://schemas.microsoft.com/office/powerpoint/2010/main" val="1352002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48D0D-CF96-4523-BE7E-0B552E2A5756}"/>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5AF95CD7-D55F-4941-A964-4928543728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969381F7-1AD8-478F-9DBE-DA68A3D1D863}"/>
              </a:ext>
            </a:extLst>
          </p:cNvPr>
          <p:cNvSpPr>
            <a:spLocks noGrp="1"/>
          </p:cNvSpPr>
          <p:nvPr>
            <p:ph type="dt" sz="half" idx="10"/>
          </p:nvPr>
        </p:nvSpPr>
        <p:spPr/>
        <p:txBody>
          <a:bodyPr/>
          <a:lstStyle/>
          <a:p>
            <a:fld id="{D32D4878-B60A-4861-AB3E-A7E7A9868515}" type="datetimeFigureOut">
              <a:rPr lang="en-MY" smtClean="0"/>
              <a:t>4/4/2022</a:t>
            </a:fld>
            <a:endParaRPr lang="en-MY"/>
          </a:p>
        </p:txBody>
      </p:sp>
      <p:sp>
        <p:nvSpPr>
          <p:cNvPr id="5" name="Footer Placeholder 4">
            <a:extLst>
              <a:ext uri="{FF2B5EF4-FFF2-40B4-BE49-F238E27FC236}">
                <a16:creationId xmlns:a16="http://schemas.microsoft.com/office/drawing/2014/main" id="{D868C971-3E94-4ED6-8F99-6AD90597FE53}"/>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9594BFA3-C2BB-4FB6-85FD-7AE28A7483E9}"/>
              </a:ext>
            </a:extLst>
          </p:cNvPr>
          <p:cNvSpPr>
            <a:spLocks noGrp="1"/>
          </p:cNvSpPr>
          <p:nvPr>
            <p:ph type="sldNum" sz="quarter" idx="12"/>
          </p:nvPr>
        </p:nvSpPr>
        <p:spPr/>
        <p:txBody>
          <a:bodyPr/>
          <a:lstStyle/>
          <a:p>
            <a:fld id="{C9EB7FDA-9213-43EA-9BCE-B59B6A42F67C}" type="slidenum">
              <a:rPr lang="en-MY" smtClean="0"/>
              <a:t>‹#›</a:t>
            </a:fld>
            <a:endParaRPr lang="en-MY"/>
          </a:p>
        </p:txBody>
      </p:sp>
    </p:spTree>
    <p:extLst>
      <p:ext uri="{BB962C8B-B14F-4D97-AF65-F5344CB8AC3E}">
        <p14:creationId xmlns:p14="http://schemas.microsoft.com/office/powerpoint/2010/main" val="1338752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E5F499-847C-4D2B-9214-F76EF82C63B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AC91C9C6-9406-44E8-87B9-349E14DA03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E7AD9365-3518-447D-AC09-6570E93BE415}"/>
              </a:ext>
            </a:extLst>
          </p:cNvPr>
          <p:cNvSpPr>
            <a:spLocks noGrp="1"/>
          </p:cNvSpPr>
          <p:nvPr>
            <p:ph type="dt" sz="half" idx="10"/>
          </p:nvPr>
        </p:nvSpPr>
        <p:spPr/>
        <p:txBody>
          <a:bodyPr/>
          <a:lstStyle/>
          <a:p>
            <a:fld id="{D32D4878-B60A-4861-AB3E-A7E7A9868515}" type="datetimeFigureOut">
              <a:rPr lang="en-MY" smtClean="0"/>
              <a:t>4/4/2022</a:t>
            </a:fld>
            <a:endParaRPr lang="en-MY"/>
          </a:p>
        </p:txBody>
      </p:sp>
      <p:sp>
        <p:nvSpPr>
          <p:cNvPr id="5" name="Footer Placeholder 4">
            <a:extLst>
              <a:ext uri="{FF2B5EF4-FFF2-40B4-BE49-F238E27FC236}">
                <a16:creationId xmlns:a16="http://schemas.microsoft.com/office/drawing/2014/main" id="{57795FFD-187E-42CB-B3AE-634AFAB367A5}"/>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87C9C981-C440-4A6A-B2BD-6072DEB31643}"/>
              </a:ext>
            </a:extLst>
          </p:cNvPr>
          <p:cNvSpPr>
            <a:spLocks noGrp="1"/>
          </p:cNvSpPr>
          <p:nvPr>
            <p:ph type="sldNum" sz="quarter" idx="12"/>
          </p:nvPr>
        </p:nvSpPr>
        <p:spPr/>
        <p:txBody>
          <a:bodyPr/>
          <a:lstStyle/>
          <a:p>
            <a:fld id="{C9EB7FDA-9213-43EA-9BCE-B59B6A42F67C}" type="slidenum">
              <a:rPr lang="en-MY" smtClean="0"/>
              <a:t>‹#›</a:t>
            </a:fld>
            <a:endParaRPr lang="en-MY"/>
          </a:p>
        </p:txBody>
      </p:sp>
    </p:spTree>
    <p:extLst>
      <p:ext uri="{BB962C8B-B14F-4D97-AF65-F5344CB8AC3E}">
        <p14:creationId xmlns:p14="http://schemas.microsoft.com/office/powerpoint/2010/main" val="3048610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6E78DD-C06B-4533-BD21-B89B002381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71870A27-4E05-46CE-90FB-5D1E084A11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21E64A33-F84F-4420-800D-7512654822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2D4878-B60A-4861-AB3E-A7E7A9868515}" type="datetimeFigureOut">
              <a:rPr lang="en-MY" smtClean="0"/>
              <a:t>4/4/2022</a:t>
            </a:fld>
            <a:endParaRPr lang="en-MY"/>
          </a:p>
        </p:txBody>
      </p:sp>
      <p:sp>
        <p:nvSpPr>
          <p:cNvPr id="5" name="Footer Placeholder 4">
            <a:extLst>
              <a:ext uri="{FF2B5EF4-FFF2-40B4-BE49-F238E27FC236}">
                <a16:creationId xmlns:a16="http://schemas.microsoft.com/office/drawing/2014/main" id="{08B62F55-3114-4656-AE9A-A1E98F5958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a:p>
        </p:txBody>
      </p:sp>
      <p:sp>
        <p:nvSpPr>
          <p:cNvPr id="6" name="Slide Number Placeholder 5">
            <a:extLst>
              <a:ext uri="{FF2B5EF4-FFF2-40B4-BE49-F238E27FC236}">
                <a16:creationId xmlns:a16="http://schemas.microsoft.com/office/drawing/2014/main" id="{B0A2115B-AC43-4440-8EAB-673885EF77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EB7FDA-9213-43EA-9BCE-B59B6A42F67C}" type="slidenum">
              <a:rPr lang="en-MY" smtClean="0"/>
              <a:t>‹#›</a:t>
            </a:fld>
            <a:endParaRPr lang="en-MY"/>
          </a:p>
        </p:txBody>
      </p:sp>
    </p:spTree>
    <p:extLst>
      <p:ext uri="{BB962C8B-B14F-4D97-AF65-F5344CB8AC3E}">
        <p14:creationId xmlns:p14="http://schemas.microsoft.com/office/powerpoint/2010/main" val="31683021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AB31E-0173-4D70-9EA8-4F5DDAC7EE79}"/>
              </a:ext>
            </a:extLst>
          </p:cNvPr>
          <p:cNvSpPr>
            <a:spLocks noGrp="1"/>
          </p:cNvSpPr>
          <p:nvPr>
            <p:ph type="title"/>
          </p:nvPr>
        </p:nvSpPr>
        <p:spPr>
          <a:xfrm>
            <a:off x="524741" y="620392"/>
            <a:ext cx="3808268" cy="2808608"/>
          </a:xfrm>
        </p:spPr>
        <p:txBody>
          <a:bodyPr>
            <a:normAutofit/>
          </a:bodyPr>
          <a:lstStyle/>
          <a:p>
            <a:r>
              <a:rPr lang="en-MY" sz="6000">
                <a:solidFill>
                  <a:schemeClr val="accent5"/>
                </a:solidFill>
              </a:rPr>
              <a:t>Used Car Price Prediction</a:t>
            </a:r>
          </a:p>
        </p:txBody>
      </p:sp>
      <p:graphicFrame>
        <p:nvGraphicFramePr>
          <p:cNvPr id="5" name="Subtitle 2">
            <a:extLst>
              <a:ext uri="{FF2B5EF4-FFF2-40B4-BE49-F238E27FC236}">
                <a16:creationId xmlns:a16="http://schemas.microsoft.com/office/drawing/2014/main" id="{3F49F5A4-96B1-446B-2E4C-2129E159264E}"/>
              </a:ext>
            </a:extLst>
          </p:cNvPr>
          <p:cNvGraphicFramePr>
            <a:graphicFrameLocks noGrp="1"/>
          </p:cNvGraphicFramePr>
          <p:nvPr>
            <p:ph idx="1"/>
            <p:extLst>
              <p:ext uri="{D42A27DB-BD31-4B8C-83A1-F6EECF244321}">
                <p14:modId xmlns:p14="http://schemas.microsoft.com/office/powerpoint/2010/main" val="4065903520"/>
              </p:ext>
            </p:extLst>
          </p:nvPr>
        </p:nvGraphicFramePr>
        <p:xfrm>
          <a:off x="4702182" y="78971"/>
          <a:ext cx="6865218" cy="66176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D6CA722E-607D-4042-9AA1-EEB8B571AF94}"/>
              </a:ext>
            </a:extLst>
          </p:cNvPr>
          <p:cNvSpPr txBox="1"/>
          <p:nvPr/>
        </p:nvSpPr>
        <p:spPr>
          <a:xfrm>
            <a:off x="524741" y="4225375"/>
            <a:ext cx="3896788" cy="1754326"/>
          </a:xfrm>
          <a:prstGeom prst="rect">
            <a:avLst/>
          </a:prstGeom>
          <a:noFill/>
        </p:spPr>
        <p:txBody>
          <a:bodyPr wrap="square" rtlCol="0">
            <a:spAutoFit/>
          </a:bodyPr>
          <a:lstStyle/>
          <a:p>
            <a:r>
              <a:rPr lang="en-MY" b="1"/>
              <a:t>Group Members:</a:t>
            </a:r>
          </a:p>
          <a:p>
            <a:r>
              <a:rPr lang="en-MY"/>
              <a:t>Tan Jia Boon 		S2017777</a:t>
            </a:r>
          </a:p>
          <a:p>
            <a:r>
              <a:rPr lang="en-MY"/>
              <a:t>Khor Yi </a:t>
            </a:r>
            <a:r>
              <a:rPr lang="en-MY" err="1"/>
              <a:t>Lun</a:t>
            </a:r>
            <a:r>
              <a:rPr lang="en-MY"/>
              <a:t> 		S2018292</a:t>
            </a:r>
          </a:p>
          <a:p>
            <a:r>
              <a:rPr lang="en-MY"/>
              <a:t>Prasanta A/L </a:t>
            </a:r>
            <a:r>
              <a:rPr lang="en-MY" err="1"/>
              <a:t>Sathasivam</a:t>
            </a:r>
            <a:r>
              <a:rPr lang="en-MY"/>
              <a:t> 	17157826</a:t>
            </a:r>
          </a:p>
          <a:p>
            <a:r>
              <a:rPr lang="en-MY"/>
              <a:t>Sim Soon </a:t>
            </a:r>
            <a:r>
              <a:rPr lang="en-MY" err="1"/>
              <a:t>Jin</a:t>
            </a:r>
            <a:r>
              <a:rPr lang="en-MY"/>
              <a:t> 		S2043577</a:t>
            </a:r>
          </a:p>
          <a:p>
            <a:r>
              <a:rPr lang="en-US" err="1"/>
              <a:t>Sajay</a:t>
            </a:r>
            <a:r>
              <a:rPr lang="en-US"/>
              <a:t> Thomas Samuel 	S2102673 </a:t>
            </a:r>
            <a:endParaRPr lang="en-MY"/>
          </a:p>
        </p:txBody>
      </p:sp>
      <p:pic>
        <p:nvPicPr>
          <p:cNvPr id="7" name="Graphic 6" descr="Convertible with solid fill">
            <a:extLst>
              <a:ext uri="{FF2B5EF4-FFF2-40B4-BE49-F238E27FC236}">
                <a16:creationId xmlns:a16="http://schemas.microsoft.com/office/drawing/2014/main" id="{0F465E8F-FDC9-4760-9E01-62C0988BCAB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428875" y="1648521"/>
            <a:ext cx="914400" cy="914400"/>
          </a:xfrm>
          <a:prstGeom prst="rect">
            <a:avLst/>
          </a:prstGeom>
        </p:spPr>
      </p:pic>
    </p:spTree>
    <p:extLst>
      <p:ext uri="{BB962C8B-B14F-4D97-AF65-F5344CB8AC3E}">
        <p14:creationId xmlns:p14="http://schemas.microsoft.com/office/powerpoint/2010/main" val="15445674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7B2CD65E978D54E902F6102F6AC6045" ma:contentTypeVersion="4" ma:contentTypeDescription="Create a new document." ma:contentTypeScope="" ma:versionID="5e3b096d51632160f60faaa1e2ba5601">
  <xsd:schema xmlns:xsd="http://www.w3.org/2001/XMLSchema" xmlns:xs="http://www.w3.org/2001/XMLSchema" xmlns:p="http://schemas.microsoft.com/office/2006/metadata/properties" xmlns:ns2="cadff36f-3e83-43c0-ba50-bff83cb6b477" targetNamespace="http://schemas.microsoft.com/office/2006/metadata/properties" ma:root="true" ma:fieldsID="7e3dbef7ef352b54a8e9517b8ac02678" ns2:_="">
    <xsd:import namespace="cadff36f-3e83-43c0-ba50-bff83cb6b4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dff36f-3e83-43c0-ba50-bff83cb6b47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B3351F-B04E-4889-9078-D9B5DAFE739D}">
  <ds:schemaRefs>
    <ds:schemaRef ds:uri="http://schemas.microsoft.com/sharepoint/v3/contenttype/forms"/>
  </ds:schemaRefs>
</ds:datastoreItem>
</file>

<file path=customXml/itemProps2.xml><?xml version="1.0" encoding="utf-8"?>
<ds:datastoreItem xmlns:ds="http://schemas.openxmlformats.org/officeDocument/2006/customXml" ds:itemID="{40C73186-258D-4A09-93CC-EBF414FC1D35}">
  <ds:schemaRefs>
    <ds:schemaRef ds:uri="cadff36f-3e83-43c0-ba50-bff83cb6b47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E6C00BC-A1D9-49B2-9ADA-21429DE9C485}">
  <ds:schemaRefs>
    <ds:schemaRef ds:uri="cadff36f-3e83-43c0-ba50-bff83cb6b47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Used Car Price Prediction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Used Car Price Prediction</dc:title>
  <dc:creator>Keith Tan Jia Boon</dc:creator>
  <cp:revision>1</cp:revision>
  <dcterms:created xsi:type="dcterms:W3CDTF">2022-04-02T15:27:48Z</dcterms:created>
  <dcterms:modified xsi:type="dcterms:W3CDTF">2022-04-04T11:21:24Z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0x010100E7B2CD65E978D54E902F6102F6AC6045</vt:lpwstr>
  </property>
</Properties>
</file>